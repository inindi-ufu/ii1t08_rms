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34" r:id="rId3"/>
    <p:sldId id="317" r:id="rId4"/>
    <p:sldId id="316" r:id="rId5"/>
    <p:sldId id="318" r:id="rId6"/>
    <p:sldId id="319" r:id="rId7"/>
    <p:sldId id="322" r:id="rId8"/>
    <p:sldId id="323" r:id="rId9"/>
    <p:sldId id="324" r:id="rId10"/>
    <p:sldId id="279" r:id="rId11"/>
    <p:sldId id="281" r:id="rId12"/>
    <p:sldId id="325" r:id="rId13"/>
    <p:sldId id="335" r:id="rId14"/>
    <p:sldId id="326" r:id="rId15"/>
    <p:sldId id="289" r:id="rId16"/>
    <p:sldId id="320" r:id="rId17"/>
    <p:sldId id="327" r:id="rId18"/>
    <p:sldId id="297" r:id="rId19"/>
    <p:sldId id="328" r:id="rId20"/>
    <p:sldId id="329" r:id="rId21"/>
    <p:sldId id="307" r:id="rId22"/>
    <p:sldId id="330" r:id="rId23"/>
    <p:sldId id="331" r:id="rId24"/>
    <p:sldId id="332" r:id="rId25"/>
    <p:sldId id="333" r:id="rId26"/>
    <p:sldId id="32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427CF-9800-4F0F-A918-C967F36C3EEF}" v="1" dt="2026-04-06T12:36:5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custSel addSld delSld modSld addMainMaster delMainMaster">
      <pc:chgData name="Josué Silva de Morais" userId="f406c2cd-edfc-4057-be10-75858098c663" providerId="ADAL" clId="{DD587564-A78D-4561-8E64-C12CF1DF9BAA}" dt="2026-04-06T21:55:36.527" v="159"/>
      <pc:docMkLst>
        <pc:docMk/>
      </pc:docMkLst>
      <pc:sldChg chg="new del">
        <pc:chgData name="Josué Silva de Morais" userId="f406c2cd-edfc-4057-be10-75858098c663" providerId="ADAL" clId="{DD587564-A78D-4561-8E64-C12CF1DF9BAA}" dt="2026-04-06T12:39:51.579" v="5"/>
        <pc:sldMkLst>
          <pc:docMk/>
          <pc:sldMk cId="1589018770" sldId="256"/>
        </pc:sldMkLst>
      </pc:sldChg>
      <pc:sldChg chg="del">
        <pc:chgData name="Josué Silva de Morais" userId="f406c2cd-edfc-4057-be10-75858098c663" providerId="ADAL" clId="{DD587564-A78D-4561-8E64-C12CF1DF9BAA}" dt="2026-04-06T12:38:57.234" v="1"/>
        <pc:sldMkLst>
          <pc:docMk/>
          <pc:sldMk cId="3851329102" sldId="256"/>
        </pc:sldMkLst>
      </pc:sldChg>
      <pc:sldChg chg="add del">
        <pc:chgData name="Josué Silva de Morais" userId="f406c2cd-edfc-4057-be10-75858098c663" providerId="ADAL" clId="{DD587564-A78D-4561-8E64-C12CF1DF9BAA}" dt="2026-04-06T12:39:14.148" v="2"/>
        <pc:sldMkLst>
          <pc:docMk/>
          <pc:sldMk cId="941932669" sldId="257"/>
        </pc:sldMkLst>
      </pc:sldChg>
      <pc:sldChg chg="add">
        <pc:chgData name="Josué Silva de Morais" userId="f406c2cd-edfc-4057-be10-75858098c663" providerId="ADAL" clId="{DD587564-A78D-4561-8E64-C12CF1DF9BAA}" dt="2026-04-06T12:39:51.571" v="4"/>
        <pc:sldMkLst>
          <pc:docMk/>
          <pc:sldMk cId="2109837801" sldId="257"/>
        </pc:sldMkLst>
      </pc:sldChg>
      <pc:sldChg chg="new del">
        <pc:chgData name="Josué Silva de Morais" userId="f406c2cd-edfc-4057-be10-75858098c663" providerId="ADAL" clId="{DD587564-A78D-4561-8E64-C12CF1DF9BAA}" dt="2026-04-06T12:40:03.778" v="8"/>
        <pc:sldMkLst>
          <pc:docMk/>
          <pc:sldMk cId="1396733811" sldId="258"/>
        </pc:sldMkLst>
      </pc:sldChg>
      <pc:sldChg chg="add del">
        <pc:chgData name="Josué Silva de Morais" userId="f406c2cd-edfc-4057-be10-75858098c663" providerId="ADAL" clId="{DD587564-A78D-4561-8E64-C12CF1DF9BAA}" dt="2026-04-06T12:40:22.848" v="10"/>
        <pc:sldMkLst>
          <pc:docMk/>
          <pc:sldMk cId="1269862298" sldId="259"/>
        </pc:sldMkLst>
      </pc:sldChg>
      <pc:sldChg chg="modSp add del mod">
        <pc:chgData name="Josué Silva de Morais" userId="f406c2cd-edfc-4057-be10-75858098c663" providerId="ADAL" clId="{DD587564-A78D-4561-8E64-C12CF1DF9BAA}" dt="2026-04-06T16:32:02.818" v="117"/>
        <pc:sldMkLst>
          <pc:docMk/>
          <pc:sldMk cId="3601200037" sldId="260"/>
        </pc:sldMkLst>
        <pc:spChg chg="mod">
          <ac:chgData name="Josué Silva de Morais" userId="f406c2cd-edfc-4057-be10-75858098c663" providerId="ADAL" clId="{DD587564-A78D-4561-8E64-C12CF1DF9BAA}" dt="2026-04-06T16:31:09.815" v="91"/>
          <ac:spMkLst>
            <pc:docMk/>
            <pc:sldMk cId="3601200037" sldId="260"/>
            <ac:spMk id="2" creationId="{70DBC054-1E19-673B-2337-6E06CEC345BB}"/>
          </ac:spMkLst>
        </pc:spChg>
      </pc:sldChg>
      <pc:sldChg chg="new del">
        <pc:chgData name="Josué Silva de Morais" userId="f406c2cd-edfc-4057-be10-75858098c663" providerId="ADAL" clId="{DD587564-A78D-4561-8E64-C12CF1DF9BAA}" dt="2026-04-06T12:40:33.402" v="13"/>
        <pc:sldMkLst>
          <pc:docMk/>
          <pc:sldMk cId="997096344" sldId="261"/>
        </pc:sldMkLst>
      </pc:sldChg>
      <pc:sldChg chg="add del">
        <pc:chgData name="Josué Silva de Morais" userId="f406c2cd-edfc-4057-be10-75858098c663" providerId="ADAL" clId="{DD587564-A78D-4561-8E64-C12CF1DF9BAA}" dt="2026-04-06T12:41:06.428" v="15"/>
        <pc:sldMkLst>
          <pc:docMk/>
          <pc:sldMk cId="391116692" sldId="262"/>
        </pc:sldMkLst>
      </pc:sldChg>
      <pc:sldChg chg="modSp add del mod">
        <pc:chgData name="Josué Silva de Morais" userId="f406c2cd-edfc-4057-be10-75858098c663" providerId="ADAL" clId="{DD587564-A78D-4561-8E64-C12CF1DF9BAA}" dt="2026-04-06T21:53:44.015" v="123"/>
        <pc:sldMkLst>
          <pc:docMk/>
          <pc:sldMk cId="3519221821" sldId="263"/>
        </pc:sldMkLst>
        <pc:spChg chg="mod">
          <ac:chgData name="Josué Silva de Morais" userId="f406c2cd-edfc-4057-be10-75858098c663" providerId="ADAL" clId="{DD587564-A78D-4561-8E64-C12CF1DF9BAA}" dt="2026-04-06T16:31:09.816" v="92"/>
          <ac:spMkLst>
            <pc:docMk/>
            <pc:sldMk cId="3519221821" sldId="263"/>
            <ac:spMk id="2" creationId="{4FF4058D-90A2-9139-EB86-E503FB6A3C25}"/>
          </ac:spMkLst>
        </pc:spChg>
      </pc:sldChg>
      <pc:sldChg chg="new del">
        <pc:chgData name="Josué Silva de Morais" userId="f406c2cd-edfc-4057-be10-75858098c663" providerId="ADAL" clId="{DD587564-A78D-4561-8E64-C12CF1DF9BAA}" dt="2026-04-06T12:41:17.489" v="18"/>
        <pc:sldMkLst>
          <pc:docMk/>
          <pc:sldMk cId="2414496091" sldId="264"/>
        </pc:sldMkLst>
      </pc:sldChg>
      <pc:sldChg chg="add del">
        <pc:chgData name="Josué Silva de Morais" userId="f406c2cd-edfc-4057-be10-75858098c663" providerId="ADAL" clId="{DD587564-A78D-4561-8E64-C12CF1DF9BAA}" dt="2026-04-06T12:41:46.916" v="20"/>
        <pc:sldMkLst>
          <pc:docMk/>
          <pc:sldMk cId="139311258" sldId="265"/>
        </pc:sldMkLst>
      </pc:sldChg>
      <pc:sldChg chg="modSp add del mod">
        <pc:chgData name="Josué Silva de Morais" userId="f406c2cd-edfc-4057-be10-75858098c663" providerId="ADAL" clId="{DD587564-A78D-4561-8E64-C12CF1DF9BAA}" dt="2026-04-06T16:31:22.357" v="115"/>
        <pc:sldMkLst>
          <pc:docMk/>
          <pc:sldMk cId="917104912" sldId="266"/>
        </pc:sldMkLst>
        <pc:spChg chg="mod">
          <ac:chgData name="Josué Silva de Morais" userId="f406c2cd-edfc-4057-be10-75858098c663" providerId="ADAL" clId="{DD587564-A78D-4561-8E64-C12CF1DF9BAA}" dt="2026-04-06T16:31:09.817" v="93"/>
          <ac:spMkLst>
            <pc:docMk/>
            <pc:sldMk cId="917104912" sldId="266"/>
            <ac:spMk id="2" creationId="{5959240F-E4DC-8D78-C680-00D9022F5B00}"/>
          </ac:spMkLst>
        </pc:spChg>
      </pc:sldChg>
      <pc:sldChg chg="new del">
        <pc:chgData name="Josué Silva de Morais" userId="f406c2cd-edfc-4057-be10-75858098c663" providerId="ADAL" clId="{DD587564-A78D-4561-8E64-C12CF1DF9BAA}" dt="2026-04-06T12:42:30.562" v="23"/>
        <pc:sldMkLst>
          <pc:docMk/>
          <pc:sldMk cId="3184508606" sldId="267"/>
        </pc:sldMkLst>
      </pc:sldChg>
      <pc:sldChg chg="modSp add del mod">
        <pc:chgData name="Josué Silva de Morais" userId="f406c2cd-edfc-4057-be10-75858098c663" providerId="ADAL" clId="{DD587564-A78D-4561-8E64-C12CF1DF9BAA}" dt="2026-04-06T21:53:49.831" v="125"/>
        <pc:sldMkLst>
          <pc:docMk/>
          <pc:sldMk cId="66111584" sldId="268"/>
        </pc:sldMkLst>
        <pc:spChg chg="mod">
          <ac:chgData name="Josué Silva de Morais" userId="f406c2cd-edfc-4057-be10-75858098c663" providerId="ADAL" clId="{DD587564-A78D-4561-8E64-C12CF1DF9BAA}" dt="2026-04-06T16:31:09.818" v="94"/>
          <ac:spMkLst>
            <pc:docMk/>
            <pc:sldMk cId="66111584" sldId="268"/>
            <ac:spMk id="2" creationId="{EE03EE56-84A8-D657-4725-48EC34137A39}"/>
          </ac:spMkLst>
        </pc:spChg>
      </pc:sldChg>
      <pc:sldChg chg="new del">
        <pc:chgData name="Josué Silva de Morais" userId="f406c2cd-edfc-4057-be10-75858098c663" providerId="ADAL" clId="{DD587564-A78D-4561-8E64-C12CF1DF9BAA}" dt="2026-04-06T12:43:33.167" v="26"/>
        <pc:sldMkLst>
          <pc:docMk/>
          <pc:sldMk cId="3039512109" sldId="269"/>
        </pc:sldMkLst>
      </pc:sldChg>
      <pc:sldChg chg="modSp add del mod">
        <pc:chgData name="Josué Silva de Morais" userId="f406c2cd-edfc-4057-be10-75858098c663" providerId="ADAL" clId="{DD587564-A78D-4561-8E64-C12CF1DF9BAA}" dt="2026-04-06T21:53:56.524" v="127"/>
        <pc:sldMkLst>
          <pc:docMk/>
          <pc:sldMk cId="3823053743" sldId="270"/>
        </pc:sldMkLst>
        <pc:spChg chg="mod">
          <ac:chgData name="Josué Silva de Morais" userId="f406c2cd-edfc-4057-be10-75858098c663" providerId="ADAL" clId="{DD587564-A78D-4561-8E64-C12CF1DF9BAA}" dt="2026-04-06T16:31:09.818" v="95"/>
          <ac:spMkLst>
            <pc:docMk/>
            <pc:sldMk cId="3823053743" sldId="270"/>
            <ac:spMk id="2" creationId="{D105EC04-D5CC-DBA7-8346-FC496AC3251B}"/>
          </ac:spMkLst>
        </pc:spChg>
      </pc:sldChg>
      <pc:sldChg chg="new del">
        <pc:chgData name="Josué Silva de Morais" userId="f406c2cd-edfc-4057-be10-75858098c663" providerId="ADAL" clId="{DD587564-A78D-4561-8E64-C12CF1DF9BAA}" dt="2026-04-06T16:15:39.419" v="29"/>
        <pc:sldMkLst>
          <pc:docMk/>
          <pc:sldMk cId="679837487" sldId="271"/>
        </pc:sldMkLst>
      </pc:sldChg>
      <pc:sldChg chg="modSp add del mod">
        <pc:chgData name="Josué Silva de Morais" userId="f406c2cd-edfc-4057-be10-75858098c663" providerId="ADAL" clId="{DD587564-A78D-4561-8E64-C12CF1DF9BAA}" dt="2026-04-06T21:54:15.899" v="133"/>
        <pc:sldMkLst>
          <pc:docMk/>
          <pc:sldMk cId="763508404" sldId="272"/>
        </pc:sldMkLst>
        <pc:spChg chg="mod">
          <ac:chgData name="Josué Silva de Morais" userId="f406c2cd-edfc-4057-be10-75858098c663" providerId="ADAL" clId="{DD587564-A78D-4561-8E64-C12CF1DF9BAA}" dt="2026-04-06T16:31:09.819" v="96"/>
          <ac:spMkLst>
            <pc:docMk/>
            <pc:sldMk cId="763508404" sldId="272"/>
            <ac:spMk id="2" creationId="{F3761FB1-8C5C-970F-511A-96795C0189A9}"/>
          </ac:spMkLst>
        </pc:spChg>
      </pc:sldChg>
      <pc:sldChg chg="new del">
        <pc:chgData name="Josué Silva de Morais" userId="f406c2cd-edfc-4057-be10-75858098c663" providerId="ADAL" clId="{DD587564-A78D-4561-8E64-C12CF1DF9BAA}" dt="2026-04-06T16:16:28.902" v="32"/>
        <pc:sldMkLst>
          <pc:docMk/>
          <pc:sldMk cId="3906188649" sldId="273"/>
        </pc:sldMkLst>
      </pc:sldChg>
      <pc:sldChg chg="modSp add del mod">
        <pc:chgData name="Josué Silva de Morais" userId="f406c2cd-edfc-4057-be10-75858098c663" providerId="ADAL" clId="{DD587564-A78D-4561-8E64-C12CF1DF9BAA}" dt="2026-04-06T21:54:21.827" v="135"/>
        <pc:sldMkLst>
          <pc:docMk/>
          <pc:sldMk cId="2005474090" sldId="274"/>
        </pc:sldMkLst>
        <pc:spChg chg="mod">
          <ac:chgData name="Josué Silva de Morais" userId="f406c2cd-edfc-4057-be10-75858098c663" providerId="ADAL" clId="{DD587564-A78D-4561-8E64-C12CF1DF9BAA}" dt="2026-04-06T16:31:09.819" v="97"/>
          <ac:spMkLst>
            <pc:docMk/>
            <pc:sldMk cId="2005474090" sldId="274"/>
            <ac:spMk id="2" creationId="{0DA784F6-95DF-3D4B-839F-5DBF3A0ADA02}"/>
          </ac:spMkLst>
        </pc:spChg>
      </pc:sldChg>
      <pc:sldChg chg="new del">
        <pc:chgData name="Josué Silva de Morais" userId="f406c2cd-edfc-4057-be10-75858098c663" providerId="ADAL" clId="{DD587564-A78D-4561-8E64-C12CF1DF9BAA}" dt="2026-04-06T16:17:10.787" v="35"/>
        <pc:sldMkLst>
          <pc:docMk/>
          <pc:sldMk cId="1718835446" sldId="275"/>
        </pc:sldMkLst>
      </pc:sldChg>
      <pc:sldChg chg="modSp add del mod">
        <pc:chgData name="Josué Silva de Morais" userId="f406c2cd-edfc-4057-be10-75858098c663" providerId="ADAL" clId="{DD587564-A78D-4561-8E64-C12CF1DF9BAA}" dt="2026-04-06T21:54:28.092" v="137"/>
        <pc:sldMkLst>
          <pc:docMk/>
          <pc:sldMk cId="971884961" sldId="276"/>
        </pc:sldMkLst>
        <pc:spChg chg="mod">
          <ac:chgData name="Josué Silva de Morais" userId="f406c2cd-edfc-4057-be10-75858098c663" providerId="ADAL" clId="{DD587564-A78D-4561-8E64-C12CF1DF9BAA}" dt="2026-04-06T16:31:09.820" v="98"/>
          <ac:spMkLst>
            <pc:docMk/>
            <pc:sldMk cId="971884961" sldId="276"/>
            <ac:spMk id="2" creationId="{AC505B43-CA64-6576-6874-14024D75D5DF}"/>
          </ac:spMkLst>
        </pc:spChg>
      </pc:sldChg>
      <pc:sldChg chg="new del">
        <pc:chgData name="Josué Silva de Morais" userId="f406c2cd-edfc-4057-be10-75858098c663" providerId="ADAL" clId="{DD587564-A78D-4561-8E64-C12CF1DF9BAA}" dt="2026-04-06T16:17:24.446" v="38"/>
        <pc:sldMkLst>
          <pc:docMk/>
          <pc:sldMk cId="4134420581" sldId="277"/>
        </pc:sldMkLst>
      </pc:sldChg>
      <pc:sldChg chg="add del">
        <pc:chgData name="Josué Silva de Morais" userId="f406c2cd-edfc-4057-be10-75858098c663" providerId="ADAL" clId="{DD587564-A78D-4561-8E64-C12CF1DF9BAA}" dt="2026-04-06T16:17:30.591" v="40"/>
        <pc:sldMkLst>
          <pc:docMk/>
          <pc:sldMk cId="339642176" sldId="278"/>
        </pc:sldMkLst>
      </pc:sldChg>
      <pc:sldChg chg="add">
        <pc:chgData name="Josué Silva de Morais" userId="f406c2cd-edfc-4057-be10-75858098c663" providerId="ADAL" clId="{DD587564-A78D-4561-8E64-C12CF1DF9BAA}" dt="2026-04-06T16:17:30.589" v="39"/>
        <pc:sldMkLst>
          <pc:docMk/>
          <pc:sldMk cId="3446755219" sldId="279"/>
        </pc:sldMkLst>
      </pc:sldChg>
      <pc:sldChg chg="new del">
        <pc:chgData name="Josué Silva de Morais" userId="f406c2cd-edfc-4057-be10-75858098c663" providerId="ADAL" clId="{DD587564-A78D-4561-8E64-C12CF1DF9BAA}" dt="2026-04-06T16:18:44.480" v="43"/>
        <pc:sldMkLst>
          <pc:docMk/>
          <pc:sldMk cId="3994879008" sldId="280"/>
        </pc:sldMkLst>
      </pc:sldChg>
      <pc:sldChg chg="modSp add mod">
        <pc:chgData name="Josué Silva de Morais" userId="f406c2cd-edfc-4057-be10-75858098c663" providerId="ADAL" clId="{DD587564-A78D-4561-8E64-C12CF1DF9BAA}" dt="2026-04-06T16:31:09.820" v="99"/>
        <pc:sldMkLst>
          <pc:docMk/>
          <pc:sldMk cId="2291364348" sldId="281"/>
        </pc:sldMkLst>
        <pc:spChg chg="mod">
          <ac:chgData name="Josué Silva de Morais" userId="f406c2cd-edfc-4057-be10-75858098c663" providerId="ADAL" clId="{DD587564-A78D-4561-8E64-C12CF1DF9BAA}" dt="2026-04-06T16:31:09.820" v="99"/>
          <ac:spMkLst>
            <pc:docMk/>
            <pc:sldMk cId="2291364348" sldId="281"/>
            <ac:spMk id="2" creationId="{D61A7036-21A0-0499-548B-D9DF7EFD5913}"/>
          </ac:spMkLst>
        </pc:spChg>
      </pc:sldChg>
      <pc:sldChg chg="new del">
        <pc:chgData name="Josué Silva de Morais" userId="f406c2cd-edfc-4057-be10-75858098c663" providerId="ADAL" clId="{DD587564-A78D-4561-8E64-C12CF1DF9BAA}" dt="2026-04-06T16:19:15.778" v="46"/>
        <pc:sldMkLst>
          <pc:docMk/>
          <pc:sldMk cId="1351336841" sldId="282"/>
        </pc:sldMkLst>
      </pc:sldChg>
      <pc:sldChg chg="modSp add del mod">
        <pc:chgData name="Josué Silva de Morais" userId="f406c2cd-edfc-4057-be10-75858098c663" providerId="ADAL" clId="{DD587564-A78D-4561-8E64-C12CF1DF9BAA}" dt="2026-04-06T21:54:37.323" v="139"/>
        <pc:sldMkLst>
          <pc:docMk/>
          <pc:sldMk cId="448287543" sldId="283"/>
        </pc:sldMkLst>
        <pc:spChg chg="mod">
          <ac:chgData name="Josué Silva de Morais" userId="f406c2cd-edfc-4057-be10-75858098c663" providerId="ADAL" clId="{DD587564-A78D-4561-8E64-C12CF1DF9BAA}" dt="2026-04-06T16:31:09.821" v="100"/>
          <ac:spMkLst>
            <pc:docMk/>
            <pc:sldMk cId="448287543" sldId="283"/>
            <ac:spMk id="2" creationId="{187CC0D6-18EE-C0A3-F60A-940A941D9D51}"/>
          </ac:spMkLst>
        </pc:spChg>
      </pc:sldChg>
      <pc:sldChg chg="new del">
        <pc:chgData name="Josué Silva de Morais" userId="f406c2cd-edfc-4057-be10-75858098c663" providerId="ADAL" clId="{DD587564-A78D-4561-8E64-C12CF1DF9BAA}" dt="2026-04-06T16:20:23.918" v="49"/>
        <pc:sldMkLst>
          <pc:docMk/>
          <pc:sldMk cId="1171369295" sldId="284"/>
        </pc:sldMkLst>
      </pc:sldChg>
      <pc:sldChg chg="modSp add del mod">
        <pc:chgData name="Josué Silva de Morais" userId="f406c2cd-edfc-4057-be10-75858098c663" providerId="ADAL" clId="{DD587564-A78D-4561-8E64-C12CF1DF9BAA}" dt="2026-04-06T21:55:36.527" v="159"/>
        <pc:sldMkLst>
          <pc:docMk/>
          <pc:sldMk cId="2937214746" sldId="285"/>
        </pc:sldMkLst>
        <pc:spChg chg="mod">
          <ac:chgData name="Josué Silva de Morais" userId="f406c2cd-edfc-4057-be10-75858098c663" providerId="ADAL" clId="{DD587564-A78D-4561-8E64-C12CF1DF9BAA}" dt="2026-04-06T16:31:09.821" v="101"/>
          <ac:spMkLst>
            <pc:docMk/>
            <pc:sldMk cId="2937214746" sldId="285"/>
            <ac:spMk id="2" creationId="{FD6BC8B0-8568-1848-B3C6-B6E94612CF47}"/>
          </ac:spMkLst>
        </pc:spChg>
      </pc:sldChg>
      <pc:sldChg chg="new del">
        <pc:chgData name="Josué Silva de Morais" userId="f406c2cd-edfc-4057-be10-75858098c663" providerId="ADAL" clId="{DD587564-A78D-4561-8E64-C12CF1DF9BAA}" dt="2026-04-06T16:21:17.580" v="52"/>
        <pc:sldMkLst>
          <pc:docMk/>
          <pc:sldMk cId="594180594" sldId="286"/>
        </pc:sldMkLst>
      </pc:sldChg>
      <pc:sldChg chg="modSp add del mod">
        <pc:chgData name="Josué Silva de Morais" userId="f406c2cd-edfc-4057-be10-75858098c663" providerId="ADAL" clId="{DD587564-A78D-4561-8E64-C12CF1DF9BAA}" dt="2026-04-06T21:54:43.001" v="141"/>
        <pc:sldMkLst>
          <pc:docMk/>
          <pc:sldMk cId="1719156315" sldId="287"/>
        </pc:sldMkLst>
        <pc:spChg chg="mod">
          <ac:chgData name="Josué Silva de Morais" userId="f406c2cd-edfc-4057-be10-75858098c663" providerId="ADAL" clId="{DD587564-A78D-4561-8E64-C12CF1DF9BAA}" dt="2026-04-06T16:31:09.822" v="102"/>
          <ac:spMkLst>
            <pc:docMk/>
            <pc:sldMk cId="1719156315" sldId="287"/>
            <ac:spMk id="2" creationId="{E55508D1-F5CC-8D03-D226-5B124A70EEED}"/>
          </ac:spMkLst>
        </pc:spChg>
      </pc:sldChg>
      <pc:sldChg chg="new del">
        <pc:chgData name="Josué Silva de Morais" userId="f406c2cd-edfc-4057-be10-75858098c663" providerId="ADAL" clId="{DD587564-A78D-4561-8E64-C12CF1DF9BAA}" dt="2026-04-06T16:22:24.968" v="55"/>
        <pc:sldMkLst>
          <pc:docMk/>
          <pc:sldMk cId="3114658677" sldId="288"/>
        </pc:sldMkLst>
      </pc:sldChg>
      <pc:sldChg chg="modSp add mod">
        <pc:chgData name="Josué Silva de Morais" userId="f406c2cd-edfc-4057-be10-75858098c663" providerId="ADAL" clId="{DD587564-A78D-4561-8E64-C12CF1DF9BAA}" dt="2026-04-06T16:31:09.822" v="103"/>
        <pc:sldMkLst>
          <pc:docMk/>
          <pc:sldMk cId="1588721019" sldId="289"/>
        </pc:sldMkLst>
        <pc:spChg chg="mod">
          <ac:chgData name="Josué Silva de Morais" userId="f406c2cd-edfc-4057-be10-75858098c663" providerId="ADAL" clId="{DD587564-A78D-4561-8E64-C12CF1DF9BAA}" dt="2026-04-06T16:31:09.822" v="103"/>
          <ac:spMkLst>
            <pc:docMk/>
            <pc:sldMk cId="1588721019" sldId="289"/>
            <ac:spMk id="2" creationId="{7A75A79B-D01B-2037-5EE8-7A09C18A7D6A}"/>
          </ac:spMkLst>
        </pc:spChg>
      </pc:sldChg>
      <pc:sldChg chg="new del">
        <pc:chgData name="Josué Silva de Morais" userId="f406c2cd-edfc-4057-be10-75858098c663" providerId="ADAL" clId="{DD587564-A78D-4561-8E64-C12CF1DF9BAA}" dt="2026-04-06T16:23:32.780" v="58"/>
        <pc:sldMkLst>
          <pc:docMk/>
          <pc:sldMk cId="3637778179" sldId="290"/>
        </pc:sldMkLst>
      </pc:sldChg>
      <pc:sldChg chg="modSp add del mod">
        <pc:chgData name="Josué Silva de Morais" userId="f406c2cd-edfc-4057-be10-75858098c663" providerId="ADAL" clId="{DD587564-A78D-4561-8E64-C12CF1DF9BAA}" dt="2026-04-06T21:54:02.446" v="129"/>
        <pc:sldMkLst>
          <pc:docMk/>
          <pc:sldMk cId="3712081024" sldId="291"/>
        </pc:sldMkLst>
        <pc:spChg chg="mod">
          <ac:chgData name="Josué Silva de Morais" userId="f406c2cd-edfc-4057-be10-75858098c663" providerId="ADAL" clId="{DD587564-A78D-4561-8E64-C12CF1DF9BAA}" dt="2026-04-06T16:31:09.822" v="104"/>
          <ac:spMkLst>
            <pc:docMk/>
            <pc:sldMk cId="3712081024" sldId="291"/>
            <ac:spMk id="2" creationId="{3CB46358-FEFD-3800-81C5-68377883A401}"/>
          </ac:spMkLst>
        </pc:spChg>
      </pc:sldChg>
      <pc:sldChg chg="new del">
        <pc:chgData name="Josué Silva de Morais" userId="f406c2cd-edfc-4057-be10-75858098c663" providerId="ADAL" clId="{DD587564-A78D-4561-8E64-C12CF1DF9BAA}" dt="2026-04-06T16:24:17.995" v="64"/>
        <pc:sldMkLst>
          <pc:docMk/>
          <pc:sldMk cId="2136671159" sldId="292"/>
        </pc:sldMkLst>
      </pc:sldChg>
      <pc:sldChg chg="new del">
        <pc:chgData name="Josué Silva de Morais" userId="f406c2cd-edfc-4057-be10-75858098c663" providerId="ADAL" clId="{DD587564-A78D-4561-8E64-C12CF1DF9BAA}" dt="2026-04-06T16:25:17.747" v="66"/>
        <pc:sldMkLst>
          <pc:docMk/>
          <pc:sldMk cId="3393767830" sldId="293"/>
        </pc:sldMkLst>
      </pc:sldChg>
      <pc:sldChg chg="new del">
        <pc:chgData name="Josué Silva de Morais" userId="f406c2cd-edfc-4057-be10-75858098c663" providerId="ADAL" clId="{DD587564-A78D-4561-8E64-C12CF1DF9BAA}" dt="2026-04-06T16:26:11.177" v="68"/>
        <pc:sldMkLst>
          <pc:docMk/>
          <pc:sldMk cId="1208703585" sldId="294"/>
        </pc:sldMkLst>
      </pc:sldChg>
      <pc:sldChg chg="new del">
        <pc:chgData name="Josué Silva de Morais" userId="f406c2cd-edfc-4057-be10-75858098c663" providerId="ADAL" clId="{DD587564-A78D-4561-8E64-C12CF1DF9BAA}" dt="2026-04-06T16:26:48.560" v="70"/>
        <pc:sldMkLst>
          <pc:docMk/>
          <pc:sldMk cId="207771378" sldId="295"/>
        </pc:sldMkLst>
      </pc:sldChg>
      <pc:sldChg chg="modSp add del mod">
        <pc:chgData name="Josué Silva de Morais" userId="f406c2cd-edfc-4057-be10-75858098c663" providerId="ADAL" clId="{DD587564-A78D-4561-8E64-C12CF1DF9BAA}" dt="2026-04-06T21:54:48.513" v="143"/>
        <pc:sldMkLst>
          <pc:docMk/>
          <pc:sldMk cId="2547039484" sldId="296"/>
        </pc:sldMkLst>
        <pc:spChg chg="mod">
          <ac:chgData name="Josué Silva de Morais" userId="f406c2cd-edfc-4057-be10-75858098c663" providerId="ADAL" clId="{DD587564-A78D-4561-8E64-C12CF1DF9BAA}" dt="2026-04-06T16:31:09.823" v="105"/>
          <ac:spMkLst>
            <pc:docMk/>
            <pc:sldMk cId="2547039484" sldId="296"/>
            <ac:spMk id="2" creationId="{ADC19B48-473B-5474-8FA4-08F607BAA22F}"/>
          </ac:spMkLst>
        </pc:spChg>
      </pc:sldChg>
      <pc:sldChg chg="modSp add mod">
        <pc:chgData name="Josué Silva de Morais" userId="f406c2cd-edfc-4057-be10-75858098c663" providerId="ADAL" clId="{DD587564-A78D-4561-8E64-C12CF1DF9BAA}" dt="2026-04-06T16:31:09.823" v="106"/>
        <pc:sldMkLst>
          <pc:docMk/>
          <pc:sldMk cId="2443874805" sldId="297"/>
        </pc:sldMkLst>
        <pc:spChg chg="mod">
          <ac:chgData name="Josué Silva de Morais" userId="f406c2cd-edfc-4057-be10-75858098c663" providerId="ADAL" clId="{DD587564-A78D-4561-8E64-C12CF1DF9BAA}" dt="2026-04-06T16:31:09.823" v="106"/>
          <ac:spMkLst>
            <pc:docMk/>
            <pc:sldMk cId="2443874805" sldId="297"/>
            <ac:spMk id="2" creationId="{BB0F55EF-CB10-3577-1C1E-D16CA95A130A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4:53.919" v="145"/>
        <pc:sldMkLst>
          <pc:docMk/>
          <pc:sldMk cId="1775755455" sldId="298"/>
        </pc:sldMkLst>
        <pc:spChg chg="mod">
          <ac:chgData name="Josué Silva de Morais" userId="f406c2cd-edfc-4057-be10-75858098c663" providerId="ADAL" clId="{DD587564-A78D-4561-8E64-C12CF1DF9BAA}" dt="2026-04-06T16:31:09.824" v="107"/>
          <ac:spMkLst>
            <pc:docMk/>
            <pc:sldMk cId="1775755455" sldId="298"/>
            <ac:spMk id="2" creationId="{0E8EAAD3-A357-A0A3-CB4D-224CE7D3B04E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4:59.625" v="147"/>
        <pc:sldMkLst>
          <pc:docMk/>
          <pc:sldMk cId="453450777" sldId="299"/>
        </pc:sldMkLst>
        <pc:spChg chg="mod">
          <ac:chgData name="Josué Silva de Morais" userId="f406c2cd-edfc-4057-be10-75858098c663" providerId="ADAL" clId="{DD587564-A78D-4561-8E64-C12CF1DF9BAA}" dt="2026-04-06T16:31:09.824" v="108"/>
          <ac:spMkLst>
            <pc:docMk/>
            <pc:sldMk cId="453450777" sldId="299"/>
            <ac:spMk id="2" creationId="{9033504C-C33C-57F9-2568-BD3CDF616B19}"/>
          </ac:spMkLst>
        </pc:spChg>
      </pc:sldChg>
      <pc:sldChg chg="new del">
        <pc:chgData name="Josué Silva de Morais" userId="f406c2cd-edfc-4057-be10-75858098c663" providerId="ADAL" clId="{DD587564-A78D-4561-8E64-C12CF1DF9BAA}" dt="2026-04-06T16:27:11.807" v="78"/>
        <pc:sldMkLst>
          <pc:docMk/>
          <pc:sldMk cId="3372326739" sldId="300"/>
        </pc:sldMkLst>
      </pc:sldChg>
      <pc:sldChg chg="new del">
        <pc:chgData name="Josué Silva de Morais" userId="f406c2cd-edfc-4057-be10-75858098c663" providerId="ADAL" clId="{DD587564-A78D-4561-8E64-C12CF1DF9BAA}" dt="2026-04-06T16:28:37.172" v="82"/>
        <pc:sldMkLst>
          <pc:docMk/>
          <pc:sldMk cId="1194660210" sldId="301"/>
        </pc:sldMkLst>
      </pc:sldChg>
      <pc:sldChg chg="new del">
        <pc:chgData name="Josué Silva de Morais" userId="f406c2cd-edfc-4057-be10-75858098c663" providerId="ADAL" clId="{DD587564-A78D-4561-8E64-C12CF1DF9BAA}" dt="2026-04-06T16:29:17.745" v="84"/>
        <pc:sldMkLst>
          <pc:docMk/>
          <pc:sldMk cId="2492247759" sldId="302"/>
        </pc:sldMkLst>
      </pc:sldChg>
      <pc:sldChg chg="new del">
        <pc:chgData name="Josué Silva de Morais" userId="f406c2cd-edfc-4057-be10-75858098c663" providerId="ADAL" clId="{DD587564-A78D-4561-8E64-C12CF1DF9BAA}" dt="2026-04-06T16:29:51.723" v="86"/>
        <pc:sldMkLst>
          <pc:docMk/>
          <pc:sldMk cId="2716697860" sldId="303"/>
        </pc:sldMkLst>
      </pc:sldChg>
      <pc:sldChg chg="new del">
        <pc:chgData name="Josué Silva de Morais" userId="f406c2cd-edfc-4057-be10-75858098c663" providerId="ADAL" clId="{DD587564-A78D-4561-8E64-C12CF1DF9BAA}" dt="2026-04-06T16:30:18.493" v="88"/>
        <pc:sldMkLst>
          <pc:docMk/>
          <pc:sldMk cId="2669677040" sldId="304"/>
        </pc:sldMkLst>
      </pc:sldChg>
      <pc:sldChg chg="new del">
        <pc:chgData name="Josué Silva de Morais" userId="f406c2cd-edfc-4057-be10-75858098c663" providerId="ADAL" clId="{DD587564-A78D-4561-8E64-C12CF1DF9BAA}" dt="2026-04-06T16:30:41.791" v="90"/>
        <pc:sldMkLst>
          <pc:docMk/>
          <pc:sldMk cId="2989260753" sldId="305"/>
        </pc:sldMkLst>
      </pc:sldChg>
      <pc:sldChg chg="add del">
        <pc:chgData name="Josué Silva de Morais" userId="f406c2cd-edfc-4057-be10-75858098c663" providerId="ADAL" clId="{DD587564-A78D-4561-8E64-C12CF1DF9BAA}" dt="2026-04-06T16:27:16.717" v="80"/>
        <pc:sldMkLst>
          <pc:docMk/>
          <pc:sldMk cId="2114316010" sldId="306"/>
        </pc:sldMkLst>
      </pc:sldChg>
      <pc:sldChg chg="add">
        <pc:chgData name="Josué Silva de Morais" userId="f406c2cd-edfc-4057-be10-75858098c663" providerId="ADAL" clId="{DD587564-A78D-4561-8E64-C12CF1DF9BAA}" dt="2026-04-06T16:27:16.715" v="79"/>
        <pc:sldMkLst>
          <pc:docMk/>
          <pc:sldMk cId="966002499" sldId="307"/>
        </pc:sldMkLst>
      </pc:sldChg>
      <pc:sldChg chg="modSp add del mod">
        <pc:chgData name="Josué Silva de Morais" userId="f406c2cd-edfc-4057-be10-75858098c663" providerId="ADAL" clId="{DD587564-A78D-4561-8E64-C12CF1DF9BAA}" dt="2026-04-06T21:55:05.298" v="149"/>
        <pc:sldMkLst>
          <pc:docMk/>
          <pc:sldMk cId="1997291036" sldId="308"/>
        </pc:sldMkLst>
        <pc:spChg chg="mod">
          <ac:chgData name="Josué Silva de Morais" userId="f406c2cd-edfc-4057-be10-75858098c663" providerId="ADAL" clId="{DD587564-A78D-4561-8E64-C12CF1DF9BAA}" dt="2026-04-06T16:31:09.824" v="109"/>
          <ac:spMkLst>
            <pc:docMk/>
            <pc:sldMk cId="1997291036" sldId="308"/>
            <ac:spMk id="2" creationId="{DAF12F91-B2F4-8312-63E8-8F435114A361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5:12.047" v="151"/>
        <pc:sldMkLst>
          <pc:docMk/>
          <pc:sldMk cId="815103989" sldId="309"/>
        </pc:sldMkLst>
        <pc:spChg chg="mod">
          <ac:chgData name="Josué Silva de Morais" userId="f406c2cd-edfc-4057-be10-75858098c663" providerId="ADAL" clId="{DD587564-A78D-4561-8E64-C12CF1DF9BAA}" dt="2026-04-06T16:31:09.825" v="110"/>
          <ac:spMkLst>
            <pc:docMk/>
            <pc:sldMk cId="815103989" sldId="309"/>
            <ac:spMk id="2" creationId="{0BEA9AFF-1BED-960A-1018-179647BED6D1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5:18.144" v="153"/>
        <pc:sldMkLst>
          <pc:docMk/>
          <pc:sldMk cId="1722695787" sldId="310"/>
        </pc:sldMkLst>
        <pc:spChg chg="mod">
          <ac:chgData name="Josué Silva de Morais" userId="f406c2cd-edfc-4057-be10-75858098c663" providerId="ADAL" clId="{DD587564-A78D-4561-8E64-C12CF1DF9BAA}" dt="2026-04-06T16:31:09.825" v="111"/>
          <ac:spMkLst>
            <pc:docMk/>
            <pc:sldMk cId="1722695787" sldId="310"/>
            <ac:spMk id="2" creationId="{77944669-F68F-6A12-D55C-26EC84150DC4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5:24.102" v="155"/>
        <pc:sldMkLst>
          <pc:docMk/>
          <pc:sldMk cId="1480147705" sldId="311"/>
        </pc:sldMkLst>
        <pc:spChg chg="mod">
          <ac:chgData name="Josué Silva de Morais" userId="f406c2cd-edfc-4057-be10-75858098c663" providerId="ADAL" clId="{DD587564-A78D-4561-8E64-C12CF1DF9BAA}" dt="2026-04-06T16:31:09.825" v="112"/>
          <ac:spMkLst>
            <pc:docMk/>
            <pc:sldMk cId="1480147705" sldId="311"/>
            <ac:spMk id="2" creationId="{2E4160CB-28DE-DA9C-EA25-EE028304B51E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6T21:54:08.362" v="131"/>
        <pc:sldMkLst>
          <pc:docMk/>
          <pc:sldMk cId="3456724432" sldId="312"/>
        </pc:sldMkLst>
        <pc:spChg chg="mod">
          <ac:chgData name="Josué Silva de Morais" userId="f406c2cd-edfc-4057-be10-75858098c663" providerId="ADAL" clId="{DD587564-A78D-4561-8E64-C12CF1DF9BAA}" dt="2026-04-06T16:31:09.826" v="113"/>
          <ac:spMkLst>
            <pc:docMk/>
            <pc:sldMk cId="3456724432" sldId="312"/>
            <ac:spMk id="2" creationId="{CF1A5939-36C4-791F-FCF3-695328779915}"/>
          </ac:spMkLst>
        </pc:spChg>
      </pc:sldChg>
      <pc:sldChg chg="add del">
        <pc:chgData name="Josué Silva de Morais" userId="f406c2cd-edfc-4057-be10-75858098c663" providerId="ADAL" clId="{DD587564-A78D-4561-8E64-C12CF1DF9BAA}" dt="2026-04-06T21:53:36.845" v="121"/>
        <pc:sldMkLst>
          <pc:docMk/>
          <pc:sldMk cId="2870297114" sldId="313"/>
        </pc:sldMkLst>
      </pc:sldChg>
      <pc:sldChg chg="add del">
        <pc:chgData name="Josué Silva de Morais" userId="f406c2cd-edfc-4057-be10-75858098c663" providerId="ADAL" clId="{DD587564-A78D-4561-8E64-C12CF1DF9BAA}" dt="2026-04-06T21:51:54.743" v="119"/>
        <pc:sldMkLst>
          <pc:docMk/>
          <pc:sldMk cId="2804587090" sldId="314"/>
        </pc:sldMkLst>
      </pc:sldChg>
      <pc:sldChg chg="add del">
        <pc:chgData name="Josué Silva de Morais" userId="f406c2cd-edfc-4057-be10-75858098c663" providerId="ADAL" clId="{DD587564-A78D-4561-8E64-C12CF1DF9BAA}" dt="2026-04-06T21:55:30.608" v="157"/>
        <pc:sldMkLst>
          <pc:docMk/>
          <pc:sldMk cId="3866368700" sldId="315"/>
        </pc:sldMkLst>
      </pc:sldChg>
      <pc:sldChg chg="add">
        <pc:chgData name="Josué Silva de Morais" userId="f406c2cd-edfc-4057-be10-75858098c663" providerId="ADAL" clId="{DD587564-A78D-4561-8E64-C12CF1DF9BAA}" dt="2026-04-06T21:53:36.842" v="120"/>
        <pc:sldMkLst>
          <pc:docMk/>
          <pc:sldMk cId="176718983" sldId="316"/>
        </pc:sldMkLst>
      </pc:sldChg>
      <pc:sldChg chg="add">
        <pc:chgData name="Josué Silva de Morais" userId="f406c2cd-edfc-4057-be10-75858098c663" providerId="ADAL" clId="{DD587564-A78D-4561-8E64-C12CF1DF9BAA}" dt="2026-04-06T21:53:44.012" v="122"/>
        <pc:sldMkLst>
          <pc:docMk/>
          <pc:sldMk cId="633271424" sldId="317"/>
        </pc:sldMkLst>
      </pc:sldChg>
      <pc:sldChg chg="add">
        <pc:chgData name="Josué Silva de Morais" userId="f406c2cd-edfc-4057-be10-75858098c663" providerId="ADAL" clId="{DD587564-A78D-4561-8E64-C12CF1DF9BAA}" dt="2026-04-06T21:53:49.828" v="124"/>
        <pc:sldMkLst>
          <pc:docMk/>
          <pc:sldMk cId="1892172757" sldId="318"/>
        </pc:sldMkLst>
      </pc:sldChg>
      <pc:sldChg chg="add">
        <pc:chgData name="Josué Silva de Morais" userId="f406c2cd-edfc-4057-be10-75858098c663" providerId="ADAL" clId="{DD587564-A78D-4561-8E64-C12CF1DF9BAA}" dt="2026-04-06T21:53:56.520" v="126"/>
        <pc:sldMkLst>
          <pc:docMk/>
          <pc:sldMk cId="3458702431" sldId="319"/>
        </pc:sldMkLst>
      </pc:sldChg>
      <pc:sldChg chg="add">
        <pc:chgData name="Josué Silva de Morais" userId="f406c2cd-edfc-4057-be10-75858098c663" providerId="ADAL" clId="{DD587564-A78D-4561-8E64-C12CF1DF9BAA}" dt="2026-04-06T21:54:02.443" v="128"/>
        <pc:sldMkLst>
          <pc:docMk/>
          <pc:sldMk cId="264153294" sldId="320"/>
        </pc:sldMkLst>
      </pc:sldChg>
      <pc:sldChg chg="add">
        <pc:chgData name="Josué Silva de Morais" userId="f406c2cd-edfc-4057-be10-75858098c663" providerId="ADAL" clId="{DD587564-A78D-4561-8E64-C12CF1DF9BAA}" dt="2026-04-06T21:54:08.344" v="130"/>
        <pc:sldMkLst>
          <pc:docMk/>
          <pc:sldMk cId="2577701315" sldId="321"/>
        </pc:sldMkLst>
      </pc:sldChg>
      <pc:sldChg chg="add">
        <pc:chgData name="Josué Silva de Morais" userId="f406c2cd-edfc-4057-be10-75858098c663" providerId="ADAL" clId="{DD587564-A78D-4561-8E64-C12CF1DF9BAA}" dt="2026-04-06T21:54:15.896" v="132"/>
        <pc:sldMkLst>
          <pc:docMk/>
          <pc:sldMk cId="2319651790" sldId="322"/>
        </pc:sldMkLst>
      </pc:sldChg>
      <pc:sldChg chg="add">
        <pc:chgData name="Josué Silva de Morais" userId="f406c2cd-edfc-4057-be10-75858098c663" providerId="ADAL" clId="{DD587564-A78D-4561-8E64-C12CF1DF9BAA}" dt="2026-04-06T21:54:21.823" v="134"/>
        <pc:sldMkLst>
          <pc:docMk/>
          <pc:sldMk cId="2956194100" sldId="323"/>
        </pc:sldMkLst>
      </pc:sldChg>
      <pc:sldChg chg="add">
        <pc:chgData name="Josué Silva de Morais" userId="f406c2cd-edfc-4057-be10-75858098c663" providerId="ADAL" clId="{DD587564-A78D-4561-8E64-C12CF1DF9BAA}" dt="2026-04-06T21:54:28.089" v="136"/>
        <pc:sldMkLst>
          <pc:docMk/>
          <pc:sldMk cId="1114359536" sldId="324"/>
        </pc:sldMkLst>
      </pc:sldChg>
      <pc:sldChg chg="add">
        <pc:chgData name="Josué Silva de Morais" userId="f406c2cd-edfc-4057-be10-75858098c663" providerId="ADAL" clId="{DD587564-A78D-4561-8E64-C12CF1DF9BAA}" dt="2026-04-06T21:54:37.320" v="138"/>
        <pc:sldMkLst>
          <pc:docMk/>
          <pc:sldMk cId="1179980734" sldId="325"/>
        </pc:sldMkLst>
      </pc:sldChg>
      <pc:sldChg chg="add">
        <pc:chgData name="Josué Silva de Morais" userId="f406c2cd-edfc-4057-be10-75858098c663" providerId="ADAL" clId="{DD587564-A78D-4561-8E64-C12CF1DF9BAA}" dt="2026-04-06T21:54:42.996" v="140"/>
        <pc:sldMkLst>
          <pc:docMk/>
          <pc:sldMk cId="871952894" sldId="326"/>
        </pc:sldMkLst>
      </pc:sldChg>
      <pc:sldChg chg="add">
        <pc:chgData name="Josué Silva de Morais" userId="f406c2cd-edfc-4057-be10-75858098c663" providerId="ADAL" clId="{DD587564-A78D-4561-8E64-C12CF1DF9BAA}" dt="2026-04-06T21:54:48.510" v="142"/>
        <pc:sldMkLst>
          <pc:docMk/>
          <pc:sldMk cId="3674560886" sldId="327"/>
        </pc:sldMkLst>
      </pc:sldChg>
      <pc:sldChg chg="add">
        <pc:chgData name="Josué Silva de Morais" userId="f406c2cd-edfc-4057-be10-75858098c663" providerId="ADAL" clId="{DD587564-A78D-4561-8E64-C12CF1DF9BAA}" dt="2026-04-06T21:54:53.915" v="144"/>
        <pc:sldMkLst>
          <pc:docMk/>
          <pc:sldMk cId="4169991345" sldId="328"/>
        </pc:sldMkLst>
      </pc:sldChg>
      <pc:sldChg chg="add">
        <pc:chgData name="Josué Silva de Morais" userId="f406c2cd-edfc-4057-be10-75858098c663" providerId="ADAL" clId="{DD587564-A78D-4561-8E64-C12CF1DF9BAA}" dt="2026-04-06T21:54:59.622" v="146"/>
        <pc:sldMkLst>
          <pc:docMk/>
          <pc:sldMk cId="3647309676" sldId="329"/>
        </pc:sldMkLst>
      </pc:sldChg>
      <pc:sldChg chg="add">
        <pc:chgData name="Josué Silva de Morais" userId="f406c2cd-edfc-4057-be10-75858098c663" providerId="ADAL" clId="{DD587564-A78D-4561-8E64-C12CF1DF9BAA}" dt="2026-04-06T21:55:05.294" v="148"/>
        <pc:sldMkLst>
          <pc:docMk/>
          <pc:sldMk cId="3904606612" sldId="330"/>
        </pc:sldMkLst>
      </pc:sldChg>
      <pc:sldChg chg="add">
        <pc:chgData name="Josué Silva de Morais" userId="f406c2cd-edfc-4057-be10-75858098c663" providerId="ADAL" clId="{DD587564-A78D-4561-8E64-C12CF1DF9BAA}" dt="2026-04-06T21:55:12.043" v="150"/>
        <pc:sldMkLst>
          <pc:docMk/>
          <pc:sldMk cId="4208833436" sldId="331"/>
        </pc:sldMkLst>
      </pc:sldChg>
      <pc:sldChg chg="add">
        <pc:chgData name="Josué Silva de Morais" userId="f406c2cd-edfc-4057-be10-75858098c663" providerId="ADAL" clId="{DD587564-A78D-4561-8E64-C12CF1DF9BAA}" dt="2026-04-06T21:55:18.140" v="152"/>
        <pc:sldMkLst>
          <pc:docMk/>
          <pc:sldMk cId="3220926178" sldId="332"/>
        </pc:sldMkLst>
      </pc:sldChg>
      <pc:sldChg chg="add">
        <pc:chgData name="Josué Silva de Morais" userId="f406c2cd-edfc-4057-be10-75858098c663" providerId="ADAL" clId="{DD587564-A78D-4561-8E64-C12CF1DF9BAA}" dt="2026-04-06T21:55:24.099" v="154"/>
        <pc:sldMkLst>
          <pc:docMk/>
          <pc:sldMk cId="596803778" sldId="333"/>
        </pc:sldMkLst>
      </pc:sldChg>
      <pc:sldChg chg="add">
        <pc:chgData name="Josué Silva de Morais" userId="f406c2cd-edfc-4057-be10-75858098c663" providerId="ADAL" clId="{DD587564-A78D-4561-8E64-C12CF1DF9BAA}" dt="2026-04-06T21:55:30.606" v="156"/>
        <pc:sldMkLst>
          <pc:docMk/>
          <pc:sldMk cId="1769333776" sldId="334"/>
        </pc:sldMkLst>
      </pc:sldChg>
      <pc:sldChg chg="add">
        <pc:chgData name="Josué Silva de Morais" userId="f406c2cd-edfc-4057-be10-75858098c663" providerId="ADAL" clId="{DD587564-A78D-4561-8E64-C12CF1DF9BAA}" dt="2026-04-06T21:55:36.523" v="158"/>
        <pc:sldMkLst>
          <pc:docMk/>
          <pc:sldMk cId="1541850570" sldId="335"/>
        </pc:sldMkLst>
      </pc:sldChg>
      <pc:sldMasterChg chg="del delSldLayout">
        <pc:chgData name="Josué Silva de Morais" userId="f406c2cd-edfc-4057-be10-75858098c663" providerId="ADAL" clId="{DD587564-A78D-4561-8E64-C12CF1DF9BAA}" dt="2026-04-06T12:38:57.234" v="1"/>
        <pc:sldMasterMkLst>
          <pc:docMk/>
          <pc:sldMasterMk cId="2216451026" sldId="2147483648"/>
        </pc:sldMasterMkLst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2849691614" sldId="2147483649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810313202" sldId="2147483650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994316762" sldId="2147483651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296412793" sldId="2147483652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2150388076" sldId="2147483653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3373015035" sldId="2147483654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2121741800" sldId="2147483655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3554247394" sldId="2147483656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1689083114" sldId="2147483657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451518678" sldId="2147483658"/>
          </pc:sldLayoutMkLst>
        </pc:sldLayoutChg>
        <pc:sldLayoutChg chg="del">
          <pc:chgData name="Josué Silva de Morais" userId="f406c2cd-edfc-4057-be10-75858098c663" providerId="ADAL" clId="{DD587564-A78D-4561-8E64-C12CF1DF9BAA}" dt="2026-04-06T12:38:57.234" v="1"/>
          <pc:sldLayoutMkLst>
            <pc:docMk/>
            <pc:sldMasterMk cId="2216451026" sldId="2147483648"/>
            <pc:sldLayoutMk cId="2187193533" sldId="2147483659"/>
          </pc:sldLayoutMkLst>
        </pc:sldLayoutChg>
      </pc:sldMasterChg>
      <pc:sldMasterChg chg="add addSldLayout">
        <pc:chgData name="Josué Silva de Morais" userId="f406c2cd-edfc-4057-be10-75858098c663" providerId="ADAL" clId="{DD587564-A78D-4561-8E64-C12CF1DF9BAA}" dt="2026-04-06T12:38:57.217" v="0"/>
        <pc:sldMasterMkLst>
          <pc:docMk/>
          <pc:sldMasterMk cId="2216451026" sldId="2147483660"/>
        </pc:sldMasterMkLst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2849691614" sldId="2147483661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810313202" sldId="2147483662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994316762" sldId="2147483663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296412793" sldId="2147483664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2150388076" sldId="2147483665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3373015035" sldId="2147483666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2121741800" sldId="2147483667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3554247394" sldId="2147483668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1689083114" sldId="2147483669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451518678" sldId="2147483670"/>
          </pc:sldLayoutMkLst>
        </pc:sldLayoutChg>
        <pc:sldLayoutChg chg="add">
          <pc:chgData name="Josué Silva de Morais" userId="f406c2cd-edfc-4057-be10-75858098c663" providerId="ADAL" clId="{DD587564-A78D-4561-8E64-C12CF1DF9BAA}" dt="2026-04-06T12:38:57.217" v="0"/>
          <pc:sldLayoutMkLst>
            <pc:docMk/>
            <pc:sldMasterMk cId="2216451026" sldId="2147483660"/>
            <pc:sldLayoutMk cId="2187193533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50761-10DF-94A1-C1CF-D968E51A4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6B14E0-2119-6DDB-AD06-621FBE800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D1A7E-C91F-283D-4C52-67EB1305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059697-66AF-B293-ED43-D8069FA7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DC5F9-4ED6-F500-DB36-DB26A221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69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97E5-3CFE-E5DE-E207-B0599D15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199550-76FE-F4CE-69B3-77FD0C2D2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49366-1BF3-F8E0-9E10-0633E0E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FFEDAF-9ADB-48E8-E32A-263774CC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7225F-7D44-4E80-A625-E7D50641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31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E4834-07E7-8686-B653-57EB3FF9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2BEDBD-528B-4718-E1ED-9D9BDCFBF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5FF517-F002-8850-6688-2436E0C2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284C12-B7F8-018C-B10A-35D6B0A2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F40A35-CF9F-8904-30DC-58CF85EE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31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54B82-7C0A-333E-604C-9D0D1304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4BEF6-8747-CF76-E823-6C3364A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AE6805-D94D-06B1-A780-EED4C6AFE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1F0535-1E3E-9155-7A92-26E58B8E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BC8E08-17BF-680E-0DAD-2F08B8E9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8E394A-A173-98B6-19C1-93449ADA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EB144-425A-E61B-C593-3B530696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67130F-CF0A-1D6A-8CB4-40D98F939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CA72E6-B408-4F20-83AE-ABAC447BD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B19AEA-73B4-96CF-3CFE-71A940C7D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FA729A-3492-CE71-0D44-5D38DC6E0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2C088D-FD31-0615-22E6-216244BE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104134-0ED1-D797-4A8F-3FEAB6A6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50CEAD-ED4F-0B0D-DFAA-4E450BE3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38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C8578-C046-A25C-EADC-A101B39E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15345F-A973-EC33-6CF7-56552464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03409A-99EC-BC50-FA1A-F7E18982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AFF917-6F84-C8D4-6EA9-607AE3AF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01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805700-12DA-CFF4-E431-F53F1C28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51F6CC-8F88-C800-6942-CF6C38D5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08870A-D82F-AF18-187E-91097E84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74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F342A-7607-2D39-FB7A-F25F65CE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FC426-3C91-11B0-1CD4-0E3AE30E0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2E182F-A4D4-9281-BFDB-7BFEE8355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58C5AF-8F22-C0C6-2867-F1DA73D2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DEA11F-0CE9-322D-2A29-BA96228E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A29E23-2345-0FD7-F136-D78A3D58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24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FE127-D17E-C188-B369-742D3F0A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2AF12E-2256-D401-70E1-69FF46933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A8FF2E-F12A-7595-41DB-1664006DA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1C79D4-FE88-D0FB-943B-AEB81C0D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590FA5-9A87-963C-CC57-F0E954F6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99D205-81CC-5CCA-77E2-213C46E2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08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0FC70-7E31-58D8-1665-5000630D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CD4921-BEF9-C65D-1DAD-B617A6AF4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996B33-AC0F-4D82-8D63-9BE06594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E4B4D-DF43-7F34-64DB-C478EE6C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78D53-B330-8DA5-8315-19D8D8A1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51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44B1D6-1615-6677-AED9-332537C4C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FBEF51-A4BB-0383-8C93-3FBA83F7D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B16B15-5B13-EEA1-1831-4D6885D9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09963A-EFD2-7837-0A70-4F7DC14F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D7D036-52DC-33ED-37DE-908E78EF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19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19"/>
            </a:gs>
            <a:gs pos="50000">
              <a:srgbClr val="0F1923"/>
            </a:gs>
            <a:gs pos="100000">
              <a:srgbClr val="131F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11F822E-2488-9412-D645-91B2F215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8C4638-7E5C-5C29-A267-B09DA4F81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66FF5-3F10-BDC0-D1F0-ECC2A75A0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4B889-500F-49F6-BEC4-B58F865E614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D554FD-3309-4094-1BF1-EF15C285A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5CB641-5FC4-F3F8-88AD-89604B2C4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1AE7C-CB19-45DF-BCC0-971718E94F69}" type="slidenum">
              <a:rPr lang="pt-BR" smtClean="0"/>
              <a:t>‹nº›</a:t>
            </a:fld>
            <a:endParaRPr lang="pt-BR"/>
          </a:p>
        </p:txBody>
      </p:sp>
      <p:sp>
        <p:nvSpPr>
          <p:cNvPr id="100" name="AccentBar"/>
          <p:cNvSpPr/>
          <p:nvPr userDrawn="1"/>
        </p:nvSpPr>
        <p:spPr>
          <a:xfrm>
            <a:off x="0" y="6583680"/>
            <a:ext cx="12192000" cy="45720"/>
          </a:xfrm>
          <a:prstGeom prst="rect">
            <a:avLst/>
          </a:prstGeom>
          <a:gradFill>
            <a:gsLst>
              <a:gs pos="0">
                <a:srgbClr val="00E5FF"/>
              </a:gs>
              <a:gs pos="50000">
                <a:srgbClr val="7C4DFF"/>
              </a:gs>
              <a:gs pos="100000">
                <a:srgbClr val="FF4081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CornerAccent"/>
          <p:cNvSpPr/>
          <p:nvPr userDrawn="1"/>
        </p:nvSpPr>
        <p:spPr>
          <a:xfrm>
            <a:off x="0" y="0"/>
            <a:ext cx="365760" cy="365760"/>
          </a:xfrm>
          <a:prstGeom prst="rtTriangle">
            <a:avLst/>
          </a:prstGeom>
          <a:solidFill>
            <a:srgbClr val="00E5FF">
              <a:alpha val="15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45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CF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5CED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5CED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5CED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5CED8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5CED8"/>
          </a:solidFill>
        </a:defRPr>
      </a:defPPr>
      <a:lvl1pPr marL="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5CED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lowCircle"/>
          <p:cNvSpPr/>
          <p:nvPr/>
        </p:nvSpPr>
        <p:spPr>
          <a:xfrm>
            <a:off x="6096000" y="914400"/>
            <a:ext cx="4572000" cy="4572000"/>
          </a:xfrm>
          <a:prstGeom prst="ellipse">
            <a:avLst/>
          </a:prstGeom>
          <a:gradFill>
            <a:gsLst>
              <a:gs pos="0">
                <a:srgbClr val="00E5FF">
                  <a:alpha val="8000"/>
                </a:srgbClr>
              </a:gs>
              <a:gs pos="100000">
                <a:srgbClr val="7C4DFF">
                  <a:alpha val="0"/>
                </a:srgbClr>
              </a:gs>
            </a:gsLst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B492C4-7AB0-02AD-63E7-2F4C58A4B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00E5FF"/>
                </a:solidFill>
              </a:rPr>
              <a:t>Cálculo </a:t>
            </a:r>
            <a:r>
              <a:rPr lang="pt-BR" sz="3600" b="1" dirty="0">
                <a:solidFill>
                  <a:srgbClr val="FFFFFF"/>
                </a:solidFill>
              </a:rPr>
              <a:t>RMS</a:t>
            </a:r>
            <a:r>
              <a:rPr lang="pt-BR" sz="3600" b="1" dirty="0">
                <a:solidFill>
                  <a:srgbClr val="00E5FF"/>
                </a:solidFill>
              </a:rPr>
              <a:t> na </a:t>
            </a:r>
            <a:r>
              <a:rPr lang="pt-BR" sz="3600" b="1" dirty="0">
                <a:solidFill>
                  <a:srgbClr val="7C4DFF"/>
                </a:solidFill>
              </a:rPr>
              <a:t>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EC168-6091-936A-39AF-5332CEFAC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B0BEC5"/>
                </a:solidFill>
              </a:rPr>
              <a:t>Root Mean Square • Fundamentos • Implementação • Otimização</a:t>
            </a:r>
          </a:p>
          <a:p>
            <a:pPr algn="ctr">
              <a:buNone/>
            </a:pPr>
            <a:r>
              <a:rPr lang="pt-BR" sz="1400" dirty="0">
                <a:solidFill>
                  <a:srgbClr val="607D8B"/>
                </a:solidFill>
              </a:rPr>
              <a:t>Aula 16 • Sistemas Embarcados</a:t>
            </a:r>
          </a:p>
        </p:txBody>
      </p:sp>
    </p:spTree>
    <p:extLst>
      <p:ext uri="{BB962C8B-B14F-4D97-AF65-F5344CB8AC3E}">
        <p14:creationId xmlns:p14="http://schemas.microsoft.com/office/powerpoint/2010/main" val="210983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BC054-1E19-673B-2337-6E06CEC3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Agenda</a:t>
            </a:r>
          </a:p>
        </p:txBody>
      </p:sp>
      <p:sp>
        <p:nvSpPr>
          <p:cNvPr id="200" name="AgendaCard0"/>
          <p:cNvSpPr/>
          <p:nvPr/>
        </p:nvSpPr>
        <p:spPr>
          <a:xfrm>
            <a:off x="457200" y="15544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00E5FF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00E5FF"/>
                </a:solidFill>
              </a:rPr>
              <a:t>01  </a:t>
            </a:r>
            <a:r>
              <a:rPr lang="pt-BR" sz="1600" b="1" dirty="0">
                <a:solidFill>
                  <a:srgbClr val="E8ECF1"/>
                </a:solidFill>
              </a:rPr>
              <a:t>Fundamentos de RMS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Conceito, importância e aplicações</a:t>
            </a:r>
          </a:p>
        </p:txBody>
      </p:sp>
      <p:sp>
        <p:nvSpPr>
          <p:cNvPr id="201" name="AgendaCard1"/>
          <p:cNvSpPr/>
          <p:nvPr/>
        </p:nvSpPr>
        <p:spPr>
          <a:xfrm>
            <a:off x="4191000" y="15544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7C4DFF"/>
                </a:solidFill>
              </a:rPr>
              <a:t>02  </a:t>
            </a:r>
            <a:r>
              <a:rPr lang="pt-BR" sz="1600" b="1" dirty="0">
                <a:solidFill>
                  <a:srgbClr val="E8ECF1"/>
                </a:solidFill>
              </a:rPr>
              <a:t>Definição Matemática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Fórmulas, interpretação física</a:t>
            </a:r>
          </a:p>
        </p:txBody>
      </p:sp>
      <p:sp>
        <p:nvSpPr>
          <p:cNvPr id="202" name="AgendaCard2"/>
          <p:cNvSpPr/>
          <p:nvPr/>
        </p:nvSpPr>
        <p:spPr>
          <a:xfrm>
            <a:off x="457200" y="29260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00E676"/>
                </a:solidFill>
              </a:rPr>
              <a:t>03  </a:t>
            </a:r>
            <a:r>
              <a:rPr lang="pt-BR" sz="1600" b="1" dirty="0">
                <a:solidFill>
                  <a:srgbClr val="E8ECF1"/>
                </a:solidFill>
              </a:rPr>
              <a:t>Aquisição na ESP32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ADC, amostragem, quantização</a:t>
            </a:r>
          </a:p>
        </p:txBody>
      </p:sp>
      <p:sp>
        <p:nvSpPr>
          <p:cNvPr id="203" name="AgendaCard3"/>
          <p:cNvSpPr/>
          <p:nvPr/>
        </p:nvSpPr>
        <p:spPr>
          <a:xfrm>
            <a:off x="4191000" y="29260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FF6E40"/>
                </a:solidFill>
              </a:rPr>
              <a:t>04  </a:t>
            </a:r>
            <a:r>
              <a:rPr lang="pt-BR" sz="1600" b="1" dirty="0">
                <a:solidFill>
                  <a:srgbClr val="E8ECF1"/>
                </a:solidFill>
              </a:rPr>
              <a:t>Implementação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Algoritmo básico e código</a:t>
            </a:r>
          </a:p>
        </p:txBody>
      </p:sp>
      <p:sp>
        <p:nvSpPr>
          <p:cNvPr id="204" name="AgendaCard4"/>
          <p:cNvSpPr/>
          <p:nvPr/>
        </p:nvSpPr>
        <p:spPr>
          <a:xfrm>
            <a:off x="457200" y="4297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448AFF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448AFF"/>
                </a:solidFill>
              </a:rPr>
              <a:t>05  </a:t>
            </a:r>
            <a:r>
              <a:rPr lang="pt-BR" sz="1600" b="1" dirty="0">
                <a:solidFill>
                  <a:srgbClr val="E8ECF1"/>
                </a:solidFill>
              </a:rPr>
              <a:t>Otimizações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Fixed-point, DMA, buffer circular</a:t>
            </a:r>
          </a:p>
        </p:txBody>
      </p:sp>
      <p:sp>
        <p:nvSpPr>
          <p:cNvPr id="205" name="AgendaCard5"/>
          <p:cNvSpPr/>
          <p:nvPr/>
        </p:nvSpPr>
        <p:spPr>
          <a:xfrm>
            <a:off x="4191000" y="4297680"/>
            <a:ext cx="3429000" cy="1188720"/>
          </a:xfrm>
          <a:prstGeom prst="roundRect">
            <a:avLst>
              <a:gd name="adj" fmla="val 8000"/>
            </a:avLst>
          </a:prstGeom>
          <a:solidFill>
            <a:srgbClr val="1A2736"/>
          </a:solidFill>
          <a:ln w="12700">
            <a:solidFill>
              <a:srgbClr val="FF4081">
                <a:alpha val="40000"/>
              </a:srgbClr>
            </a:solidFill>
          </a:ln>
        </p:spPr>
        <p:txBody>
          <a:bodyPr wrap="square" lIns="457200" tIns="91440" rIns="91440" bIns="91440" anchor="ctr"/>
          <a:lstStyle/>
          <a:p>
            <a:pPr algn="l">
              <a:buNone/>
            </a:pPr>
            <a:r>
              <a:rPr lang="pt-BR" sz="2000" b="1" dirty="0">
                <a:solidFill>
                  <a:srgbClr val="FF4081"/>
                </a:solidFill>
              </a:rPr>
              <a:t>06  </a:t>
            </a:r>
            <a:r>
              <a:rPr lang="pt-BR" sz="1600" b="1" dirty="0">
                <a:solidFill>
                  <a:srgbClr val="E8ECF1"/>
                </a:solidFill>
              </a:rPr>
              <a:t>Aplicações Reais</a:t>
            </a:r>
          </a:p>
          <a:p>
            <a:pPr algn="l">
              <a:buNone/>
            </a:pPr>
            <a:r>
              <a:rPr lang="pt-BR" sz="1200" dirty="0">
                <a:solidFill>
                  <a:srgbClr val="B0BEC5"/>
                </a:solidFill>
              </a:rPr>
              <a:t>       Tensão AC, corrente, potência</a:t>
            </a:r>
          </a:p>
        </p:txBody>
      </p:sp>
    </p:spTree>
    <p:extLst>
      <p:ext uri="{BB962C8B-B14F-4D97-AF65-F5344CB8AC3E}">
        <p14:creationId xmlns:p14="http://schemas.microsoft.com/office/powerpoint/2010/main" val="176933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4058D-90A2-9139-EB86-E503FB6A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O que é Valor RMS?</a:t>
            </a:r>
          </a:p>
        </p:txBody>
      </p:sp>
      <p:sp>
        <p:nvSpPr>
          <p:cNvPr id="20" name="Point0"/>
          <p:cNvSpPr/>
          <p:nvPr/>
        </p:nvSpPr>
        <p:spPr>
          <a:xfrm>
            <a:off x="457200" y="34290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FF6E40"/>
                </a:solidFill>
              </a:rPr>
              <a:t>Potência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Equivalente DC que
produz mesma potência</a:t>
            </a:r>
          </a:p>
        </p:txBody>
      </p:sp>
      <p:sp>
        <p:nvSpPr>
          <p:cNvPr id="21" name="Point1"/>
          <p:cNvSpPr/>
          <p:nvPr/>
        </p:nvSpPr>
        <p:spPr>
          <a:xfrm>
            <a:off x="4114800" y="34290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5FF"/>
                </a:solidFill>
              </a:rPr>
              <a:t>Sinais AC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Mede magnitude
efetiva de sinais</a:t>
            </a:r>
          </a:p>
        </p:txBody>
      </p:sp>
      <p:sp>
        <p:nvSpPr>
          <p:cNvPr id="22" name="Point2"/>
          <p:cNvSpPr/>
          <p:nvPr/>
        </p:nvSpPr>
        <p:spPr>
          <a:xfrm>
            <a:off x="7772400" y="3429000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7C4DFF"/>
                </a:solidFill>
              </a:rPr>
              <a:t>Engenharia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Fundamental em
sistemas elétricos</a:t>
            </a:r>
          </a:p>
        </p:txBody>
      </p:sp>
      <p:sp>
        <p:nvSpPr>
          <p:cNvPr id="10" name="DefBox"/>
          <p:cNvSpPr/>
          <p:nvPr/>
        </p:nvSpPr>
        <p:spPr>
          <a:xfrm>
            <a:off x="45720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00E5FF">
                <a:alpha val="30000"/>
              </a:srgbClr>
            </a:solidFill>
          </a:ln>
        </p:spPr>
        <p:txBody>
          <a:bodyPr wrap="square" lIns="182880" tIns="137160" rIns="182880" bIns="137160" anchor="t"/>
          <a:lstStyle/>
          <a:p>
            <a:pPr algn="l">
              <a:buNone/>
            </a:pPr>
            <a:r>
              <a:rPr lang="pt-BR" sz="1600" b="1" dirty="0">
                <a:solidFill>
                  <a:srgbClr val="00E5FF"/>
                </a:solidFill>
              </a:rPr>
              <a:t>Root Mean Square</a:t>
            </a:r>
          </a:p>
          <a:p>
            <a:pPr algn="l">
              <a:lnSpc>
                <a:spcPts val="2200"/>
              </a:lnSpc>
              <a:buNone/>
            </a:pPr>
            <a:r>
              <a:rPr lang="pt-BR" sz="1400" dirty="0">
                <a:solidFill>
                  <a:srgbClr val="C5CED8"/>
                </a:solidFill>
              </a:rPr>
              <a:t>O valor RMS (</a:t>
            </a:r>
            <a:r>
              <a:rPr lang="pt-BR" sz="1400" b="1" dirty="0">
                <a:solidFill>
                  <a:srgbClr val="FFFFFF"/>
                </a:solidFill>
              </a:rPr>
              <a:t>Raíz da Média dos Quadrados</a:t>
            </a:r>
            <a:r>
              <a:rPr lang="pt-BR" sz="1400" dirty="0">
                <a:solidFill>
                  <a:srgbClr val="C5CED8"/>
                </a:solidFill>
              </a:rPr>
              <a:t>) é uma medida estatística da magnitude de uma grandeza variável. Representa o valor equivalente DC que produz a mesma potência em uma carga resistiva.</a:t>
            </a:r>
          </a:p>
        </p:txBody>
      </p:sp>
      <p:sp>
        <p:nvSpPr>
          <p:cNvPr id="11" name="Acronym"/>
          <p:cNvSpPr/>
          <p:nvPr/>
        </p:nvSpPr>
        <p:spPr>
          <a:xfrm>
            <a:off x="6400800" y="1371600"/>
            <a:ext cx="5029200" cy="1600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7C4DFF">
                <a:alpha val="30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2400" b="1" dirty="0">
                <a:solidFill>
                  <a:srgbClr val="7C4DFF"/>
                </a:solidFill>
              </a:rPr>
              <a:t>R</a:t>
            </a:r>
            <a:r>
              <a:rPr lang="pt-BR" sz="1600" dirty="0">
                <a:solidFill>
                  <a:srgbClr val="B0BEC5"/>
                </a:solidFill>
              </a:rPr>
              <a:t>oot  </a:t>
            </a:r>
            <a:r>
              <a:rPr lang="pt-BR" sz="2400" b="1" dirty="0">
                <a:solidFill>
                  <a:srgbClr val="00E5FF"/>
                </a:solidFill>
              </a:rPr>
              <a:t>M</a:t>
            </a:r>
            <a:r>
              <a:rPr lang="pt-BR" sz="1600" dirty="0">
                <a:solidFill>
                  <a:srgbClr val="B0BEC5"/>
                </a:solidFill>
              </a:rPr>
              <a:t>ean  </a:t>
            </a:r>
            <a:r>
              <a:rPr lang="pt-BR" sz="2400" b="1" dirty="0">
                <a:solidFill>
                  <a:srgbClr val="00E676"/>
                </a:solidFill>
              </a:rPr>
              <a:t>S</a:t>
            </a:r>
            <a:r>
              <a:rPr lang="pt-BR" sz="1600" dirty="0">
                <a:solidFill>
                  <a:srgbClr val="B0BEC5"/>
                </a:solidFill>
              </a:rPr>
              <a:t>quare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Raiz → Média → Quadrado</a:t>
            </a:r>
          </a:p>
        </p:txBody>
      </p:sp>
    </p:spTree>
    <p:extLst>
      <p:ext uri="{BB962C8B-B14F-4D97-AF65-F5344CB8AC3E}">
        <p14:creationId xmlns:p14="http://schemas.microsoft.com/office/powerpoint/2010/main" val="63327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9240F-E4DC-8D78-C680-00D9022F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Valor Médio vs Pico vs RMS</a:t>
            </a:r>
          </a:p>
        </p:txBody>
      </p:sp>
      <p:sp>
        <p:nvSpPr>
          <p:cNvPr id="30" name="CompCard0"/>
          <p:cNvSpPr/>
          <p:nvPr/>
        </p:nvSpPr>
        <p:spPr>
          <a:xfrm>
            <a:off x="45720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448AFF">
                <a:alpha val="30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448AFF"/>
                </a:solidFill>
              </a:rPr>
              <a:t>Valor Médio</a:t>
            </a:r>
          </a:p>
          <a:p>
            <a:pPr algn="ctr">
              <a:spcBef>
                <a:spcPts val="12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|V̅| = (1/T)∫|v(t)|dt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Vpico × 0.637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Média aritmética dos
valores absolutos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200" dirty="0">
                <a:solidFill>
                  <a:srgbClr val="90A4AE"/>
                </a:solidFill>
              </a:rPr>
              <a:t>Uso: Retiificação,
multímetros DC</a:t>
            </a:r>
          </a:p>
        </p:txBody>
      </p:sp>
      <p:sp>
        <p:nvSpPr>
          <p:cNvPr id="31" name="CompCard1"/>
          <p:cNvSpPr/>
          <p:nvPr/>
        </p:nvSpPr>
        <p:spPr>
          <a:xfrm>
            <a:off x="411480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0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FF6E40"/>
                </a:solidFill>
              </a:rPr>
              <a:t>Valor de Pico</a:t>
            </a:r>
          </a:p>
          <a:p>
            <a:pPr algn="ctr">
              <a:spcBef>
                <a:spcPts val="12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Vpico = Vmáx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Vpico × 1.000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Amplitude máxima
do sinal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200" dirty="0">
                <a:solidFill>
                  <a:srgbClr val="90A4AE"/>
                </a:solidFill>
              </a:rPr>
              <a:t>Uso: Isolamento,
proteção</a:t>
            </a:r>
          </a:p>
        </p:txBody>
      </p:sp>
      <p:sp>
        <p:nvSpPr>
          <p:cNvPr id="32" name="CompCard2"/>
          <p:cNvSpPr/>
          <p:nvPr/>
        </p:nvSpPr>
        <p:spPr>
          <a:xfrm>
            <a:off x="7772400" y="1371600"/>
            <a:ext cx="3429000" cy="4572000"/>
          </a:xfrm>
          <a:prstGeom prst="roundRect">
            <a:avLst>
              <a:gd name="adj" fmla="val 4000"/>
            </a:avLst>
          </a:prstGeom>
          <a:solidFill>
            <a:srgbClr val="1A2F42"/>
          </a:solidFill>
          <a:ln w="12700">
            <a:solidFill>
              <a:srgbClr val="00E5FF">
                <a:alpha val="60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5FF"/>
                </a:solidFill>
              </a:rPr>
              <a:t>Valor RMS</a:t>
            </a:r>
          </a:p>
          <a:p>
            <a:pPr algn="ctr">
              <a:spcBef>
                <a:spcPts val="12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Vrms = √(1/T∫v²dt)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2400" b="1" dirty="0">
                <a:solidFill>
                  <a:srgbClr val="FFFFFF"/>
                </a:solidFill>
              </a:rPr>
              <a:t>Vpico × 0.707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Equivalência de
potência DC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200" dirty="0">
                <a:solidFill>
                  <a:srgbClr val="90A4AE"/>
                </a:solidFill>
              </a:rPr>
              <a:t>Uso: Potência,
aquecimento</a:t>
            </a:r>
          </a:p>
        </p:txBody>
      </p:sp>
      <p:sp>
        <p:nvSpPr>
          <p:cNvPr id="40" name="Insight"/>
          <p:cNvSpPr/>
          <p:nvPr/>
        </p:nvSpPr>
        <p:spPr>
          <a:xfrm>
            <a:off x="457200" y="6096000"/>
            <a:ext cx="11277600" cy="365760"/>
          </a:xfrm>
          <a:prstGeom prst="roundRect">
            <a:avLst>
              <a:gd name="adj" fmla="val 16000"/>
            </a:avLst>
          </a:prstGeom>
          <a:solidFill>
            <a:srgbClr val="0A2330"/>
          </a:solidFill>
          <a:ln w="0">
            <a:noFill/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E5FF"/>
                </a:solidFill>
              </a:rPr>
              <a:t>💡 Para senoide pura: Vrms = Vpico / √2 ≈ 0.707 × Vpico</a:t>
            </a:r>
          </a:p>
        </p:txBody>
      </p:sp>
    </p:spTree>
    <p:extLst>
      <p:ext uri="{BB962C8B-B14F-4D97-AF65-F5344CB8AC3E}">
        <p14:creationId xmlns:p14="http://schemas.microsoft.com/office/powerpoint/2010/main" val="17671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3EE56-84A8-D657-4725-48EC3413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Importância do RMS em Sinais Elétricos</a:t>
            </a:r>
          </a:p>
        </p:txBody>
      </p:sp>
      <p:sp>
        <p:nvSpPr>
          <p:cNvPr id="20" name="App0"/>
          <p:cNvSpPr/>
          <p:nvPr/>
        </p:nvSpPr>
        <p:spPr>
          <a:xfrm>
            <a:off x="457200" y="2743200"/>
            <a:ext cx="2667000" cy="32004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9525">
            <a:solidFill>
              <a:srgbClr val="00E5FF">
                <a:alpha val="25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5FF"/>
                </a:solidFill>
              </a:rPr>
              <a:t>Rede Elétrica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127V e 220V são valores
RMS, não de pico.
Vpico(127V) ≈ 180V</a:t>
            </a:r>
          </a:p>
        </p:txBody>
      </p:sp>
      <p:sp>
        <p:nvSpPr>
          <p:cNvPr id="21" name="App1"/>
          <p:cNvSpPr/>
          <p:nvPr/>
        </p:nvSpPr>
        <p:spPr>
          <a:xfrm>
            <a:off x="3352800" y="2743200"/>
            <a:ext cx="2667000" cy="32004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9525">
            <a:solidFill>
              <a:srgbClr val="FF6E40">
                <a:alpha val="25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FF6E40"/>
                </a:solidFill>
              </a:rPr>
              <a:t>Aquecimento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Efeito térmico depende
do valor RMS, não do
valor médio ou pico</a:t>
            </a:r>
          </a:p>
        </p:txBody>
      </p:sp>
      <p:sp>
        <p:nvSpPr>
          <p:cNvPr id="22" name="App2"/>
          <p:cNvSpPr/>
          <p:nvPr/>
        </p:nvSpPr>
        <p:spPr>
          <a:xfrm>
            <a:off x="6248400" y="2743200"/>
            <a:ext cx="2667000" cy="32004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9525">
            <a:solidFill>
              <a:srgbClr val="00E676">
                <a:alpha val="25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676"/>
                </a:solidFill>
              </a:rPr>
              <a:t>Medição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Multímetros true-RMS
calculam RMS real,
não aproximações</a:t>
            </a:r>
          </a:p>
        </p:txBody>
      </p:sp>
      <p:sp>
        <p:nvSpPr>
          <p:cNvPr id="23" name="App3"/>
          <p:cNvSpPr/>
          <p:nvPr/>
        </p:nvSpPr>
        <p:spPr>
          <a:xfrm>
            <a:off x="9144000" y="2743200"/>
            <a:ext cx="2667000" cy="32004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9525">
            <a:solidFill>
              <a:srgbClr val="7C4DFF">
                <a:alpha val="25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1800" b="1" dirty="0">
                <a:solidFill>
                  <a:srgbClr val="7C4DFF"/>
                </a:solidFill>
              </a:rPr>
              <a:t>Proteção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Disjuntores e fusíveis
respondem a corrente
RMS equivalente</a:t>
            </a:r>
          </a:p>
        </p:txBody>
      </p:sp>
      <p:sp>
        <p:nvSpPr>
          <p:cNvPr id="10" name="FormulaBox"/>
          <p:cNvSpPr/>
          <p:nvPr/>
        </p:nvSpPr>
        <p:spPr>
          <a:xfrm>
            <a:off x="457200" y="1371600"/>
            <a:ext cx="11277600" cy="1143000"/>
          </a:xfrm>
          <a:prstGeom prst="roundRect">
            <a:avLst>
              <a:gd name="adj" fmla="val 6000"/>
            </a:avLst>
          </a:prstGeom>
          <a:solidFill>
            <a:srgbClr val="1A2736"/>
          </a:solidFill>
          <a:ln w="12700">
            <a:solidFill>
              <a:srgbClr val="7C4DFF">
                <a:alpha val="30000"/>
              </a:srgbClr>
            </a:solidFill>
          </a:ln>
        </p:spPr>
        <p:txBody>
          <a:bodyPr wrap="square" lIns="274320" tIns="91440" rIns="274320" bIns="91440" anchor="ctr"/>
          <a:lstStyle/>
          <a:p>
            <a:pPr algn="ctr">
              <a:buNone/>
            </a:pPr>
            <a:r>
              <a:rPr lang="pt-BR" sz="1600" dirty="0">
                <a:solidFill>
                  <a:srgbClr val="B0BEC5"/>
                </a:solidFill>
              </a:rPr>
              <a:t>Relação com potência:   </a:t>
            </a:r>
            <a:r>
              <a:rPr lang="pt-BR" sz="2400" b="1" dirty="0">
                <a:solidFill>
                  <a:srgbClr val="FFFFFF"/>
                </a:solidFill>
              </a:rPr>
              <a:t>P = V</a:t>
            </a:r>
            <a:r>
              <a:rPr lang="pt-BR" sz="1600" b="1" baseline="-25000" dirty="0">
                <a:solidFill>
                  <a:srgbClr val="FFFFFF"/>
                </a:solidFill>
              </a:rPr>
              <a:t>rms</a:t>
            </a:r>
            <a:r>
              <a:rPr lang="pt-BR" sz="2400" b="1" baseline="30000" dirty="0">
                <a:solidFill>
                  <a:srgbClr val="00E5FF"/>
                </a:solidFill>
              </a:rPr>
              <a:t>2</a:t>
            </a:r>
            <a:r>
              <a:rPr lang="pt-BR" sz="2400" b="1" dirty="0">
                <a:solidFill>
                  <a:srgbClr val="FFFFFF"/>
                </a:solidFill>
              </a:rPr>
              <a:t> / R = I</a:t>
            </a:r>
            <a:r>
              <a:rPr lang="pt-BR" sz="1600" b="1" baseline="-25000" dirty="0">
                <a:solidFill>
                  <a:srgbClr val="FFFFFF"/>
                </a:solidFill>
              </a:rPr>
              <a:t>rms</a:t>
            </a:r>
            <a:r>
              <a:rPr lang="pt-BR" sz="2400" b="1" baseline="30000" dirty="0">
                <a:solidFill>
                  <a:srgbClr val="00E5FF"/>
                </a:solidFill>
              </a:rPr>
              <a:t>2</a:t>
            </a:r>
            <a:r>
              <a:rPr lang="pt-BR" sz="2400" b="1" dirty="0">
                <a:solidFill>
                  <a:srgbClr val="FFFFFF"/>
                </a:solidFill>
              </a:rPr>
              <a:t> × R</a:t>
            </a:r>
          </a:p>
        </p:txBody>
      </p:sp>
    </p:spTree>
    <p:extLst>
      <p:ext uri="{BB962C8B-B14F-4D97-AF65-F5344CB8AC3E}">
        <p14:creationId xmlns:p14="http://schemas.microsoft.com/office/powerpoint/2010/main" val="189217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05EC04-D5CC-DBA7-8346-FC496AC3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Definição Matemática do RMS</a:t>
            </a:r>
          </a:p>
        </p:txBody>
      </p:sp>
      <p:sp>
        <p:nvSpPr>
          <p:cNvPr id="10" name="ContFormula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1600" b="1" dirty="0">
                <a:solidFill>
                  <a:srgbClr val="7C4DFF"/>
                </a:solidFill>
              </a:rPr>
              <a:t>Sinal Contínuo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2000" b="1" dirty="0">
                <a:solidFill>
                  <a:srgbClr val="FFFFFF"/>
                </a:solidFill>
              </a:rPr>
              <a:t>Xrms = √[ (1/T) ∫ x(t)² dt ]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T = período do sinal</a:t>
            </a:r>
          </a:p>
          <a:p>
            <a:pPr algn="ctr">
              <a:buNone/>
            </a:pPr>
            <a:r>
              <a:rPr lang="pt-BR" sz="1400" dirty="0">
                <a:solidFill>
                  <a:srgbClr val="B0BEC5"/>
                </a:solidFill>
              </a:rPr>
              <a:t>Integração sobre um período completo</a:t>
            </a:r>
          </a:p>
        </p:txBody>
      </p:sp>
      <p:sp>
        <p:nvSpPr>
          <p:cNvPr id="11" name="DiscFormula"/>
          <p:cNvSpPr/>
          <p:nvPr/>
        </p:nvSpPr>
        <p:spPr>
          <a:xfrm>
            <a:off x="6172200" y="1371600"/>
            <a:ext cx="55626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00E5FF">
                <a:alpha val="40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E5FF"/>
                </a:solidFill>
              </a:rPr>
              <a:t>Sinal Discreto (ESP32)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2000" b="1" dirty="0">
                <a:solidFill>
                  <a:srgbClr val="FFFFFF"/>
                </a:solidFill>
              </a:rPr>
              <a:t>Xrms = √[ (1/N) ∑ x[n]² ]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N = número de amostras</a:t>
            </a:r>
          </a:p>
          <a:p>
            <a:pPr algn="ctr">
              <a:buNone/>
            </a:pPr>
            <a:r>
              <a:rPr lang="pt-BR" sz="1400" dirty="0">
                <a:solidFill>
                  <a:srgbClr val="B0BEC5"/>
                </a:solidFill>
              </a:rPr>
              <a:t>Somatório de N amostras ao quadrado</a:t>
            </a:r>
          </a:p>
        </p:txBody>
      </p:sp>
      <p:sp>
        <p:nvSpPr>
          <p:cNvPr id="20" name="Step0"/>
          <p:cNvSpPr/>
          <p:nvPr/>
        </p:nvSpPr>
        <p:spPr>
          <a:xfrm>
            <a:off x="457200" y="388620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12700">
            <a:solidFill>
              <a:srgbClr val="FF6E40">
                <a:alpha val="25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2800" b="1" dirty="0">
                <a:solidFill>
                  <a:srgbClr val="FF6E40"/>
                </a:solidFill>
              </a:rPr>
              <a:t>1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E8ECF1"/>
                </a:solidFill>
              </a:rPr>
              <a:t>Square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Eleve cada
amostra ao
quadrado</a:t>
            </a:r>
          </a:p>
        </p:txBody>
      </p:sp>
      <p:sp>
        <p:nvSpPr>
          <p:cNvPr id="21" name="Step1"/>
          <p:cNvSpPr/>
          <p:nvPr/>
        </p:nvSpPr>
        <p:spPr>
          <a:xfrm>
            <a:off x="4343400" y="388620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12700">
            <a:solidFill>
              <a:srgbClr val="00E5FF">
                <a:alpha val="25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2800" b="1" dirty="0">
                <a:solidFill>
                  <a:srgbClr val="00E5FF"/>
                </a:solidFill>
              </a:rPr>
              <a:t>2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E8ECF1"/>
                </a:solidFill>
              </a:rPr>
              <a:t>Mean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Calcule a
média dos
quadrados</a:t>
            </a:r>
          </a:p>
        </p:txBody>
      </p:sp>
      <p:sp>
        <p:nvSpPr>
          <p:cNvPr id="22" name="Step2"/>
          <p:cNvSpPr/>
          <p:nvPr/>
        </p:nvSpPr>
        <p:spPr>
          <a:xfrm>
            <a:off x="8229600" y="3886200"/>
            <a:ext cx="3657600" cy="25146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wrap="square" lIns="182880" tIns="137160" rIns="182880" bIns="137160" anchor="ctr"/>
          <a:lstStyle/>
          <a:p>
            <a:pPr algn="ctr">
              <a:buNone/>
            </a:pPr>
            <a:r>
              <a:rPr lang="pt-BR" sz="2800" b="1" dirty="0">
                <a:solidFill>
                  <a:srgbClr val="00E676"/>
                </a:solidFill>
              </a:rPr>
              <a:t>3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E8ECF1"/>
                </a:solidFill>
              </a:rPr>
              <a:t>Root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Extraía a
raiz quadrada
do resultado</a:t>
            </a:r>
          </a:p>
        </p:txBody>
      </p:sp>
      <p:sp>
        <p:nvSpPr>
          <p:cNvPr id="30" name="Arrow0"/>
          <p:cNvSpPr/>
          <p:nvPr/>
        </p:nvSpPr>
        <p:spPr>
          <a:xfrm>
            <a:off x="4114800" y="48006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Arrow1"/>
          <p:cNvSpPr/>
          <p:nvPr/>
        </p:nvSpPr>
        <p:spPr>
          <a:xfrm>
            <a:off x="8001000" y="48006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70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61FB1-8C5C-970F-511A-96795C01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Tipos de Sinais e Impacto no RMS</a:t>
            </a:r>
          </a:p>
        </p:txBody>
      </p:sp>
      <p:sp>
        <p:nvSpPr>
          <p:cNvPr id="10" name="Signal0"/>
          <p:cNvSpPr/>
          <p:nvPr/>
        </p:nvSpPr>
        <p:spPr>
          <a:xfrm>
            <a:off x="457200" y="1600200"/>
            <a:ext cx="3505200" cy="4800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35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676"/>
                </a:solidFill>
              </a:rPr>
              <a:t>Sinal DC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2400" dirty="0">
                <a:solidFill>
                  <a:srgbClr val="455A64"/>
                </a:solidFill>
              </a:rPr>
              <a:t>────────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800" b="1" dirty="0">
                <a:solidFill>
                  <a:srgbClr val="FFFFFF"/>
                </a:solidFill>
              </a:rPr>
              <a:t>Vrms = VDC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RMS = valor constante
Não há variação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90A4AE"/>
                </a:solidFill>
              </a:rPr>
              <a:t>Ex: Bateria 12V
Vrms = 12V</a:t>
            </a:r>
          </a:p>
        </p:txBody>
      </p:sp>
      <p:sp>
        <p:nvSpPr>
          <p:cNvPr id="11" name="Signal1"/>
          <p:cNvSpPr/>
          <p:nvPr/>
        </p:nvSpPr>
        <p:spPr>
          <a:xfrm>
            <a:off x="4267200" y="1600200"/>
            <a:ext cx="3505200" cy="4800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5FF"/>
                </a:solidFill>
              </a:rPr>
              <a:t>Senoidal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2400" dirty="0">
                <a:solidFill>
                  <a:srgbClr val="455A64"/>
                </a:solidFill>
              </a:rPr>
              <a:t>∿∿∿∿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800" b="1" dirty="0">
                <a:solidFill>
                  <a:srgbClr val="FFFFFF"/>
                </a:solidFill>
              </a:rPr>
              <a:t>Vrms = Vp / √2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Fator de crista = √2
RMS ≈ 70.7% do pico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90A4AE"/>
                </a:solidFill>
              </a:rPr>
              <a:t>Ex: Rede 220Vac
Vpico = 311V</a:t>
            </a:r>
          </a:p>
        </p:txBody>
      </p:sp>
      <p:sp>
        <p:nvSpPr>
          <p:cNvPr id="12" name="Signal2"/>
          <p:cNvSpPr/>
          <p:nvPr/>
        </p:nvSpPr>
        <p:spPr>
          <a:xfrm>
            <a:off x="8077200" y="1600200"/>
            <a:ext cx="3505200" cy="4800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ctr">
              <a:buNone/>
            </a:pPr>
            <a:r>
              <a:rPr lang="pt-BR" sz="2000" b="1" dirty="0">
                <a:solidFill>
                  <a:srgbClr val="FF6E40"/>
                </a:solidFill>
              </a:rPr>
              <a:t>Arbitrário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2400" dirty="0">
                <a:solidFill>
                  <a:srgbClr val="455A64"/>
                </a:solidFill>
              </a:rPr>
              <a:t>╱╲╱╲╱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800" b="1" dirty="0">
                <a:solidFill>
                  <a:srgbClr val="FFFFFF"/>
                </a:solidFill>
              </a:rPr>
              <a:t>Vrms = √(1/N ∑ x²)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Sem fórmula simplificada
Cálculo numérico necessário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90A4AE"/>
                </a:solidFill>
              </a:rPr>
              <a:t>Ex: PWM, ruído
Depende da forma</a:t>
            </a:r>
          </a:p>
        </p:txBody>
      </p:sp>
    </p:spTree>
    <p:extLst>
      <p:ext uri="{BB962C8B-B14F-4D97-AF65-F5344CB8AC3E}">
        <p14:creationId xmlns:p14="http://schemas.microsoft.com/office/powerpoint/2010/main" val="231965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784F6-95DF-3D4B-839F-5DBF3A0A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Aquisição de Sinal na ESP32</a:t>
            </a:r>
          </a:p>
        </p:txBody>
      </p:sp>
      <p:sp>
        <p:nvSpPr>
          <p:cNvPr id="10" name="Card10"/>
          <p:cNvSpPr/>
          <p:nvPr/>
        </p:nvSpPr>
        <p:spPr>
          <a:xfrm>
            <a:off x="457200" y="1600200"/>
            <a:ext cx="5334000" cy="2362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00E5FF"/>
                </a:solidFill>
              </a:rPr>
              <a:t>ADC da ESP32</a:t>
            </a:r>
          </a:p>
          <a:p>
            <a:pPr algn="l">
              <a:spcBef>
                <a:spcPts val="600"/>
              </a:spcBef>
              <a:buFont typeface="Arial"/>
              <a:buChar char="▸"/>
            </a:pPr>
            <a:r>
              <a:rPr lang="pt-BR" sz="1400" dirty="0">
                <a:solidFill>
                  <a:srgbClr val="E8ECF1"/>
                </a:solidFill>
              </a:rPr>
              <a:t>Resolução: </a:t>
            </a:r>
            <a:r>
              <a:rPr lang="pt-BR" sz="1400" b="1" dirty="0">
                <a:solidFill>
                  <a:srgbClr val="FFFFFF"/>
                </a:solidFill>
              </a:rPr>
              <a:t>12 bits</a:t>
            </a:r>
            <a:r>
              <a:rPr lang="pt-BR" sz="1400" dirty="0">
                <a:solidFill>
                  <a:srgbClr val="B0BEC5"/>
                </a:solidFill>
              </a:rPr>
              <a:t> (0 - 4095)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dirty="0">
                <a:solidFill>
                  <a:srgbClr val="E8ECF1"/>
                </a:solidFill>
              </a:rPr>
              <a:t>Faixa de entrada: </a:t>
            </a:r>
            <a:r>
              <a:rPr lang="pt-BR" sz="1400" b="1" dirty="0">
                <a:solidFill>
                  <a:srgbClr val="FFFFFF"/>
                </a:solidFill>
              </a:rPr>
              <a:t>0 - 3.3V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dirty="0">
                <a:solidFill>
                  <a:srgbClr val="E8ECF1"/>
                </a:solidFill>
              </a:rPr>
              <a:t>Taxa máx: </a:t>
            </a:r>
            <a:r>
              <a:rPr lang="pt-BR" sz="1400" b="1" dirty="0">
                <a:solidFill>
                  <a:srgbClr val="FFFFFF"/>
                </a:solidFill>
              </a:rPr>
              <a:t>~1 MSPS</a:t>
            </a:r>
            <a:r>
              <a:rPr lang="pt-BR" sz="1400" dirty="0">
                <a:solidFill>
                  <a:srgbClr val="B0BEC5"/>
                </a:solidFill>
              </a:rPr>
              <a:t> (com DMA)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dirty="0">
                <a:solidFill>
                  <a:srgbClr val="E8ECF1"/>
                </a:solidFill>
              </a:rPr>
              <a:t>Canais: </a:t>
            </a:r>
            <a:r>
              <a:rPr lang="pt-BR" sz="1400" b="1" dirty="0">
                <a:solidFill>
                  <a:srgbClr val="FFFFFF"/>
                </a:solidFill>
              </a:rPr>
              <a:t>ADC1 (8 canais) + ADC2 (10 canais)</a:t>
            </a:r>
          </a:p>
        </p:txBody>
      </p:sp>
      <p:sp>
        <p:nvSpPr>
          <p:cNvPr id="11" name="Card11"/>
          <p:cNvSpPr/>
          <p:nvPr/>
        </p:nvSpPr>
        <p:spPr>
          <a:xfrm>
            <a:off x="6019800" y="1600200"/>
            <a:ext cx="5562600" cy="2362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6E40"/>
                </a:solidFill>
              </a:rPr>
              <a:t>Desafios</a:t>
            </a:r>
          </a:p>
          <a:p>
            <a:pPr algn="l">
              <a:spcBef>
                <a:spcPts val="600"/>
              </a:spcBef>
              <a:buFont typeface="Arial"/>
              <a:buChar char="▸"/>
            </a:pPr>
            <a:r>
              <a:rPr lang="pt-BR" sz="1400" b="1" dirty="0">
                <a:solidFill>
                  <a:srgbClr val="FF6E40"/>
                </a:solidFill>
              </a:rPr>
              <a:t>Ruído do ADC</a:t>
            </a:r>
            <a:r>
              <a:rPr lang="pt-BR" sz="1400" dirty="0">
                <a:solidFill>
                  <a:srgbClr val="B0BEC5"/>
                </a:solidFill>
              </a:rPr>
              <a:t> - Não-linearidade intrínseca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b="1" dirty="0">
                <a:solidFill>
                  <a:srgbClr val="FF6E40"/>
                </a:solidFill>
              </a:rPr>
              <a:t>Offset DC</a:t>
            </a:r>
            <a:r>
              <a:rPr lang="pt-BR" sz="1400" dirty="0">
                <a:solidFill>
                  <a:srgbClr val="B0BEC5"/>
                </a:solidFill>
              </a:rPr>
              <a:t> - Varia entre canais e chips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b="1" dirty="0">
                <a:solidFill>
                  <a:srgbClr val="FF6E40"/>
                </a:solidFill>
              </a:rPr>
              <a:t>Quantização</a:t>
            </a:r>
            <a:r>
              <a:rPr lang="pt-BR" sz="1400" dirty="0">
                <a:solidFill>
                  <a:srgbClr val="B0BEC5"/>
                </a:solidFill>
              </a:rPr>
              <a:t> - 12 bits = 0.81mV/LSB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b="1" dirty="0">
                <a:solidFill>
                  <a:srgbClr val="FF6E40"/>
                </a:solidFill>
              </a:rPr>
              <a:t>ADC2 + WiFi</a:t>
            </a:r>
            <a:r>
              <a:rPr lang="pt-BR" sz="1400" dirty="0">
                <a:solidFill>
                  <a:srgbClr val="B0BEC5"/>
                </a:solidFill>
              </a:rPr>
              <a:t> - Conflito de uso simultâneo</a:t>
            </a:r>
          </a:p>
        </p:txBody>
      </p:sp>
      <p:sp>
        <p:nvSpPr>
          <p:cNvPr id="12" name="Card12"/>
          <p:cNvSpPr/>
          <p:nvPr/>
        </p:nvSpPr>
        <p:spPr>
          <a:xfrm>
            <a:off x="457200" y="4191000"/>
            <a:ext cx="11125200" cy="2286000"/>
          </a:xfrm>
          <a:prstGeom prst="roundRect">
            <a:avLst>
              <a:gd name="adj" fmla="val 5000"/>
            </a:avLst>
          </a:prstGeom>
          <a:solidFill>
            <a:srgbClr val="131F2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Taxa de Amostragem → Teorema de Nyquist: fs ≥ 2 × fmax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Sinal 60Hz → fs ≥ 120Hz (recomendado: </a:t>
            </a:r>
            <a:r>
              <a:rPr lang="pt-BR" sz="1400" b="1" dirty="0">
                <a:solidFill>
                  <a:srgbClr val="00E5FF"/>
                </a:solidFill>
              </a:rPr>
              <a:t>≥10× = 600Hz</a:t>
            </a:r>
            <a:r>
              <a:rPr lang="pt-BR" sz="1400" dirty="0">
                <a:solidFill>
                  <a:srgbClr val="B0BEC5"/>
                </a:solidFill>
              </a:rPr>
              <a:t>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Prática: Coletar </a:t>
            </a:r>
            <a:r>
              <a:rPr lang="pt-BR" sz="1400" b="1" dirty="0">
                <a:solidFill>
                  <a:srgbClr val="FFFFFF"/>
                </a:solidFill>
              </a:rPr>
              <a:t>N amostras por período completo</a:t>
            </a:r>
            <a:r>
              <a:rPr lang="pt-BR" sz="1400" dirty="0">
                <a:solidFill>
                  <a:srgbClr val="B0BEC5"/>
                </a:solidFill>
              </a:rPr>
              <a:t> para RMS preciso (típico: 100-1000 amostras/ciclo)</a:t>
            </a:r>
          </a:p>
        </p:txBody>
      </p:sp>
    </p:spTree>
    <p:extLst>
      <p:ext uri="{BB962C8B-B14F-4D97-AF65-F5344CB8AC3E}">
        <p14:creationId xmlns:p14="http://schemas.microsoft.com/office/powerpoint/2010/main" val="295619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05B43-CA64-6576-6874-14024D75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Fluxo Completo do Cálculo RMS</a:t>
            </a:r>
          </a:p>
        </p:txBody>
      </p:sp>
      <p:sp>
        <p:nvSpPr>
          <p:cNvPr id="10" name="FlowStep0"/>
          <p:cNvSpPr/>
          <p:nvPr/>
        </p:nvSpPr>
        <p:spPr>
          <a:xfrm>
            <a:off x="457200" y="1600200"/>
            <a:ext cx="1981200" cy="2743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9050">
            <a:solidFill>
              <a:srgbClr val="00E5FF">
                <a:alpha val="50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3200" b="1" dirty="0">
                <a:solidFill>
                  <a:srgbClr val="00E5FF">
                    <a:alpha val="30000"/>
                  </a:srgbClr>
                </a:solidFill>
              </a:rPr>
              <a:t>1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E5FF"/>
                </a:solidFill>
              </a:rPr>
              <a:t>Amostragem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ADC coleta
N amostras
x[0]...x[N-1]</a:t>
            </a:r>
          </a:p>
        </p:txBody>
      </p:sp>
      <p:sp>
        <p:nvSpPr>
          <p:cNvPr id="20" name="FlowArrow0"/>
          <p:cNvSpPr/>
          <p:nvPr/>
        </p:nvSpPr>
        <p:spPr>
          <a:xfrm>
            <a:off x="2438400" y="2743200"/>
            <a:ext cx="2286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FlowStep1"/>
          <p:cNvSpPr/>
          <p:nvPr/>
        </p:nvSpPr>
        <p:spPr>
          <a:xfrm>
            <a:off x="2667000" y="1600200"/>
            <a:ext cx="1981200" cy="2743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9050">
            <a:solidFill>
              <a:srgbClr val="7C4DFF">
                <a:alpha val="50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3200" b="1" dirty="0">
                <a:solidFill>
                  <a:srgbClr val="7C4DFF">
                    <a:alpha val="30000"/>
                  </a:srgbClr>
                </a:solidFill>
              </a:rPr>
              <a:t>2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7C4DFF"/>
                </a:solidFill>
              </a:rPr>
              <a:t>Quadrado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Eleva cada
amostra
x[n]²</a:t>
            </a:r>
          </a:p>
        </p:txBody>
      </p:sp>
      <p:sp>
        <p:nvSpPr>
          <p:cNvPr id="21" name="FlowArrow1"/>
          <p:cNvSpPr/>
          <p:nvPr/>
        </p:nvSpPr>
        <p:spPr>
          <a:xfrm>
            <a:off x="4648200" y="2743200"/>
            <a:ext cx="2286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lowStep2"/>
          <p:cNvSpPr/>
          <p:nvPr/>
        </p:nvSpPr>
        <p:spPr>
          <a:xfrm>
            <a:off x="4876800" y="1600200"/>
            <a:ext cx="1981200" cy="2743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9050">
            <a:solidFill>
              <a:srgbClr val="448AFF">
                <a:alpha val="50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3200" b="1" dirty="0">
                <a:solidFill>
                  <a:srgbClr val="448AFF">
                    <a:alpha val="30000"/>
                  </a:srgbClr>
                </a:solidFill>
              </a:rPr>
              <a:t>3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448AFF"/>
                </a:solidFill>
              </a:rPr>
              <a:t>Somatório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Acumula todos
os quadrados
∑ x[n]²</a:t>
            </a:r>
          </a:p>
        </p:txBody>
      </p:sp>
      <p:sp>
        <p:nvSpPr>
          <p:cNvPr id="22" name="FlowArrow2"/>
          <p:cNvSpPr/>
          <p:nvPr/>
        </p:nvSpPr>
        <p:spPr>
          <a:xfrm>
            <a:off x="6858000" y="2743200"/>
            <a:ext cx="2286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FlowStep3"/>
          <p:cNvSpPr/>
          <p:nvPr/>
        </p:nvSpPr>
        <p:spPr>
          <a:xfrm>
            <a:off x="7086600" y="1600200"/>
            <a:ext cx="1981200" cy="2743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9050">
            <a:solidFill>
              <a:srgbClr val="FF6E40">
                <a:alpha val="50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3200" b="1" dirty="0">
                <a:solidFill>
                  <a:srgbClr val="FF6E40">
                    <a:alpha val="30000"/>
                  </a:srgbClr>
                </a:solidFill>
              </a:rPr>
              <a:t>4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F6E40"/>
                </a:solidFill>
              </a:rPr>
              <a:t>Média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Divide pelo
número N
∑/N</a:t>
            </a:r>
          </a:p>
        </p:txBody>
      </p:sp>
      <p:sp>
        <p:nvSpPr>
          <p:cNvPr id="23" name="FlowArrow3"/>
          <p:cNvSpPr/>
          <p:nvPr/>
        </p:nvSpPr>
        <p:spPr>
          <a:xfrm>
            <a:off x="9067800" y="2743200"/>
            <a:ext cx="2286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FlowStep4"/>
          <p:cNvSpPr/>
          <p:nvPr/>
        </p:nvSpPr>
        <p:spPr>
          <a:xfrm>
            <a:off x="9296400" y="1600200"/>
            <a:ext cx="1981200" cy="2743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9050">
            <a:solidFill>
              <a:srgbClr val="00E676">
                <a:alpha val="50000"/>
              </a:srgbClr>
            </a:solidFill>
          </a:ln>
        </p:spPr>
        <p:txBody>
          <a:bodyPr wrap="square" lIns="137160" tIns="182880" rIns="137160" bIns="137160" anchor="t"/>
          <a:lstStyle/>
          <a:p>
            <a:pPr algn="ctr">
              <a:buNone/>
            </a:pPr>
            <a:r>
              <a:rPr lang="pt-BR" sz="3200" b="1" dirty="0">
                <a:solidFill>
                  <a:srgbClr val="00E676">
                    <a:alpha val="30000"/>
                  </a:srgbClr>
                </a:solidFill>
              </a:rPr>
              <a:t>5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E676"/>
                </a:solidFill>
              </a:rPr>
              <a:t>Raiz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Extrai raiz
quadrada
√(soma/N)</a:t>
            </a:r>
          </a:p>
        </p:txBody>
      </p:sp>
      <p:sp>
        <p:nvSpPr>
          <p:cNvPr id="30" name="Result"/>
          <p:cNvSpPr/>
          <p:nvPr/>
        </p:nvSpPr>
        <p:spPr>
          <a:xfrm>
            <a:off x="457200" y="4572000"/>
            <a:ext cx="11277600" cy="1828800"/>
          </a:xfrm>
          <a:prstGeom prst="roundRect">
            <a:avLst>
              <a:gd name="adj" fmla="val 8000"/>
            </a:avLst>
          </a:prstGeom>
          <a:solidFill>
            <a:srgbClr val="00E5FF">
              <a:alpha val="8000"/>
            </a:srgbClr>
          </a:solidFill>
          <a:ln w="0">
            <a:noFill/>
          </a:ln>
        </p:spPr>
        <p:txBody>
          <a:bodyPr wrap="square" lIns="274320" tIns="137160" rIns="274320" bIns="13716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E5FF"/>
                </a:solidFill>
              </a:rPr>
              <a:t>Resultado:  </a:t>
            </a:r>
            <a:r>
              <a:rPr lang="pt-BR" sz="1600" dirty="0">
                <a:solidFill>
                  <a:srgbClr val="E8ECF1"/>
                </a:solidFill>
              </a:rPr>
              <a:t>Xrms = √[ (x[0]² + x[1]² + ... + x[N-1]²) / N ]</a:t>
            </a:r>
          </a:p>
        </p:txBody>
      </p:sp>
    </p:spTree>
    <p:extLst>
      <p:ext uri="{BB962C8B-B14F-4D97-AF65-F5344CB8AC3E}">
        <p14:creationId xmlns:p14="http://schemas.microsoft.com/office/powerpoint/2010/main" val="111435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49EFC-7853-68AE-BD13-DEBE07A6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00E5FF"/>
                </a:solidFill>
              </a:rPr>
              <a:t>Implementação</a:t>
            </a:r>
            <a:r>
              <a:rPr lang="pt-BR" sz="3600" b="1" dirty="0">
                <a:solidFill>
                  <a:srgbClr val="E8ECF1"/>
                </a:solidFill>
              </a:rPr>
              <a:t> &amp; </a:t>
            </a:r>
            <a:r>
              <a:rPr lang="pt-BR" sz="3600" b="1" dirty="0">
                <a:solidFill>
                  <a:srgbClr val="7C4DFF"/>
                </a:solidFill>
              </a:rPr>
              <a:t>Código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08BA00-6E5C-295B-893A-B23C1E28D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78909C"/>
                </a:solidFill>
              </a:rPr>
              <a:t>Do algoritmo básico às otimizações de alto desempenho na ESP32</a:t>
            </a:r>
          </a:p>
        </p:txBody>
      </p:sp>
    </p:spTree>
    <p:extLst>
      <p:ext uri="{BB962C8B-B14F-4D97-AF65-F5344CB8AC3E}">
        <p14:creationId xmlns:p14="http://schemas.microsoft.com/office/powerpoint/2010/main" val="344675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A7036-21A0-0499-548B-D9DF7EFD5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Implementação Básica — Algoritmo Direto</a:t>
            </a:r>
          </a:p>
        </p:txBody>
      </p:sp>
      <p:sp>
        <p:nvSpPr>
          <p:cNvPr id="10" name="CodeBlock"/>
          <p:cNvSpPr/>
          <p:nvPr/>
        </p:nvSpPr>
        <p:spPr>
          <a:xfrm>
            <a:off x="457200" y="1371600"/>
            <a:ext cx="6858000" cy="50292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txBody>
          <a:bodyPr wrap="square" lIns="182880" tIns="137160" rIns="137160" bIns="91440" anchor="t"/>
          <a:lstStyle/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float </a:t>
            </a:r>
            <a:r>
              <a:rPr lang="pt-BR" sz="1200" dirty="0">
                <a:solidFill>
                  <a:srgbClr val="00E5FF"/>
                </a:solidFill>
                <a:latin typeface="Consolas"/>
              </a:rPr>
              <a:t>calcRMS_basico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pin,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N) {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  float 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soma = </a:t>
            </a:r>
            <a:r>
              <a:rPr lang="pt-BR" sz="1200" dirty="0">
                <a:solidFill>
                  <a:srgbClr val="FF6E40"/>
                </a:solidFill>
                <a:latin typeface="Consolas"/>
              </a:rPr>
              <a:t>0.0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;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  for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i = </a:t>
            </a:r>
            <a:r>
              <a:rPr lang="pt-BR" sz="12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; i &lt; N; i++) {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    float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leitura = analogRead(pin);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  soma += leitura * leitura;</a:t>
            </a:r>
            <a:r>
              <a:rPr lang="pt-BR" sz="1200" dirty="0">
                <a:solidFill>
                  <a:srgbClr val="546E7A"/>
                </a:solidFill>
                <a:latin typeface="Consolas"/>
              </a:rPr>
              <a:t>  // x²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  float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media = soma / N;</a:t>
            </a:r>
            <a:r>
              <a:rPr lang="pt-BR" sz="1200" dirty="0">
                <a:solidFill>
                  <a:srgbClr val="546E7A"/>
                </a:solidFill>
                <a:latin typeface="Consolas"/>
              </a:rPr>
              <a:t>      // média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  return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sqrt(media);</a:t>
            </a:r>
            <a:r>
              <a:rPr lang="pt-BR" sz="1200" dirty="0">
                <a:solidFill>
                  <a:srgbClr val="546E7A"/>
                </a:solidFill>
                <a:latin typeface="Consolas"/>
              </a:rPr>
              <a:t>        // raiz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  <p:sp>
        <p:nvSpPr>
          <p:cNvPr id="11" name="Annotations"/>
          <p:cNvSpPr/>
          <p:nvPr/>
        </p:nvSpPr>
        <p:spPr>
          <a:xfrm>
            <a:off x="7543800" y="1371600"/>
            <a:ext cx="4038600" cy="50292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00E676">
                <a:alpha val="30000"/>
              </a:srgbClr>
            </a:solidFill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Linha a Linha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1.</a:t>
            </a:r>
            <a:r>
              <a:rPr lang="pt-BR" sz="1400" dirty="0">
                <a:solidFill>
                  <a:srgbClr val="B0BEC5"/>
                </a:solidFill>
              </a:rPr>
              <a:t> Acumulador inicializado em 0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2.</a:t>
            </a:r>
            <a:r>
              <a:rPr lang="pt-BR" sz="1400" dirty="0">
                <a:solidFill>
                  <a:srgbClr val="B0BEC5"/>
                </a:solidFill>
              </a:rPr>
              <a:t> Loop N iterações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3.</a:t>
            </a:r>
            <a:r>
              <a:rPr lang="pt-BR" sz="1400" dirty="0">
                <a:solidFill>
                  <a:srgbClr val="B0BEC5"/>
                </a:solidFill>
              </a:rPr>
              <a:t> Lê amostra do ADC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4.</a:t>
            </a:r>
            <a:r>
              <a:rPr lang="pt-BR" sz="1400" dirty="0">
                <a:solidFill>
                  <a:srgbClr val="B0BEC5"/>
                </a:solidFill>
              </a:rPr>
              <a:t> Acumula o quadrado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5.</a:t>
            </a:r>
            <a:r>
              <a:rPr lang="pt-BR" sz="1400" dirty="0">
                <a:solidFill>
                  <a:srgbClr val="B0BEC5"/>
                </a:solidFill>
              </a:rPr>
              <a:t> Divide por N (média)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5FF"/>
                </a:solidFill>
              </a:rPr>
              <a:t>6.</a:t>
            </a:r>
            <a:r>
              <a:rPr lang="pt-BR" sz="1400" dirty="0">
                <a:solidFill>
                  <a:srgbClr val="B0BEC5"/>
                </a:solidFill>
              </a:rPr>
              <a:t> Retorna √(média)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400" b="1" dirty="0">
                <a:solidFill>
                  <a:srgbClr val="FF6E40"/>
                </a:solidFill>
              </a:rPr>
              <a:t>Complexidade: O(N)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78909C"/>
                </a:solidFill>
              </a:rPr>
              <a:t>N leituras + N multiplicações + 1 divisão + 1 sqrt</a:t>
            </a:r>
          </a:p>
        </p:txBody>
      </p:sp>
    </p:spTree>
    <p:extLst>
      <p:ext uri="{BB962C8B-B14F-4D97-AF65-F5344CB8AC3E}">
        <p14:creationId xmlns:p14="http://schemas.microsoft.com/office/powerpoint/2010/main" val="2291364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CC0D6-18EE-C0A3-F60A-940A941D9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F6E40"/>
                </a:solidFill>
              </a:rPr>
              <a:t>Problemas da Abordagem Simples</a:t>
            </a:r>
          </a:p>
        </p:txBody>
      </p:sp>
      <p:sp>
        <p:nvSpPr>
          <p:cNvPr id="10" name="Problem0"/>
          <p:cNvSpPr/>
          <p:nvPr/>
        </p:nvSpPr>
        <p:spPr>
          <a:xfrm>
            <a:off x="457200" y="1600200"/>
            <a:ext cx="55626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6E40"/>
                </a:solidFill>
              </a:rPr>
              <a:t>Float é Lento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ESP32 sem FPU dedicada
para double. Operações
float = ~10x mais lentas
que inteiros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~14 ciclos/mult</a:t>
            </a:r>
          </a:p>
        </p:txBody>
      </p:sp>
      <p:sp>
        <p:nvSpPr>
          <p:cNvPr id="11" name="Problem1"/>
          <p:cNvSpPr/>
          <p:nvPr/>
        </p:nvSpPr>
        <p:spPr>
          <a:xfrm>
            <a:off x="6248400" y="1600200"/>
            <a:ext cx="55626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FF4081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4081"/>
                </a:solidFill>
              </a:rPr>
              <a:t>Bloqueante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analogRead() bloqueia
a CPU durante a
conversão ADC.
Não permite multitarefa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~10µs/leitura</a:t>
            </a:r>
          </a:p>
        </p:txBody>
      </p:sp>
      <p:sp>
        <p:nvSpPr>
          <p:cNvPr id="12" name="Problem2"/>
          <p:cNvSpPr/>
          <p:nvPr/>
        </p:nvSpPr>
        <p:spPr>
          <a:xfrm>
            <a:off x="457200" y="4114800"/>
            <a:ext cx="55626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7C4DFF"/>
                </a:solidFill>
              </a:rPr>
              <a:t>Sem Tempo Real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Recalcula tudo a cada
janela. Não atualiza
continuamente. Latência
proporcional a N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Latência: O(N)</a:t>
            </a:r>
          </a:p>
        </p:txBody>
      </p:sp>
      <p:sp>
        <p:nvSpPr>
          <p:cNvPr id="13" name="Problem3"/>
          <p:cNvSpPr/>
          <p:nvPr/>
        </p:nvSpPr>
        <p:spPr>
          <a:xfrm>
            <a:off x="6248400" y="4114800"/>
            <a:ext cx="5562600" cy="2286000"/>
          </a:xfrm>
          <a:prstGeom prst="roundRect">
            <a:avLst>
              <a:gd name="adj" fmla="val 5000"/>
            </a:avLst>
          </a:prstGeom>
          <a:solidFill>
            <a:srgbClr val="1A2736"/>
          </a:solidFill>
          <a:ln w="12700">
            <a:solidFill>
              <a:srgbClr val="448AFF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448AFF"/>
                </a:solidFill>
              </a:rPr>
              <a:t>Overflow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4095² = 16.769.025
Acumular N quadrados
pode estourar 32 bits
com N &gt; 256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Risco: N &gt; 256</a:t>
            </a:r>
          </a:p>
        </p:txBody>
      </p:sp>
    </p:spTree>
    <p:extLst>
      <p:ext uri="{BB962C8B-B14F-4D97-AF65-F5344CB8AC3E}">
        <p14:creationId xmlns:p14="http://schemas.microsoft.com/office/powerpoint/2010/main" val="1179980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BC8B0-8568-1848-B3C6-B6E94612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400" b="1" dirty="0">
                <a:solidFill>
                  <a:srgbClr val="00E5FF"/>
                </a:solidFill>
              </a:rPr>
              <a:t>Otimização 1: Aritmética Inteira (Fixed-Point)</a:t>
            </a:r>
          </a:p>
        </p:txBody>
      </p:sp>
      <p:sp>
        <p:nvSpPr>
          <p:cNvPr id="10" name="Concept"/>
          <p:cNvSpPr/>
          <p:nvPr/>
        </p:nvSpPr>
        <p:spPr>
          <a:xfrm>
            <a:off x="457200" y="13716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Por que evitar float?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ADC retorna </a:t>
            </a:r>
            <a:r>
              <a:rPr lang="pt-BR" sz="1400" b="1" dirty="0">
                <a:solidFill>
                  <a:srgbClr val="FFFFFF"/>
                </a:solidFill>
              </a:rPr>
              <a:t>inteiros 12-bit</a:t>
            </a:r>
            <a:r>
              <a:rPr lang="pt-BR" sz="1400" dirty="0">
                <a:solidFill>
                  <a:srgbClr val="B0BEC5"/>
                </a:solidFill>
              </a:rPr>
              <a:t> (0-4095)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Multiplicação inteira: </a:t>
            </a:r>
            <a:r>
              <a:rPr lang="pt-BR" sz="1400" b="1" dirty="0">
                <a:solidFill>
                  <a:srgbClr val="00E676"/>
                </a:solidFill>
              </a:rPr>
              <a:t>1 ciclo</a:t>
            </a:r>
            <a:r>
              <a:rPr lang="pt-BR" sz="1400" dirty="0">
                <a:solidFill>
                  <a:srgbClr val="B0BEC5"/>
                </a:solidFill>
              </a:rPr>
              <a:t> vs float: </a:t>
            </a:r>
            <a:r>
              <a:rPr lang="pt-BR" sz="1400" b="1" dirty="0">
                <a:solidFill>
                  <a:srgbClr val="FF6E40"/>
                </a:solidFill>
              </a:rPr>
              <a:t>~14 ciclos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Usar </a:t>
            </a:r>
            <a:r>
              <a:rPr lang="pt-BR" sz="1400" b="1" dirty="0">
                <a:solidFill>
                  <a:srgbClr val="FFFFFF"/>
                </a:solidFill>
              </a:rPr>
              <a:t>uint64_t</a:t>
            </a:r>
            <a:r>
              <a:rPr lang="pt-BR" sz="1400" dirty="0">
                <a:solidFill>
                  <a:srgbClr val="B0BEC5"/>
                </a:solidFill>
              </a:rPr>
              <a:t> para acumular, sqrt só no final</a:t>
            </a:r>
          </a:p>
        </p:txBody>
      </p:sp>
      <p:sp>
        <p:nvSpPr>
          <p:cNvPr id="11" name="Compare"/>
          <p:cNvSpPr/>
          <p:nvPr/>
        </p:nvSpPr>
        <p:spPr>
          <a:xfrm>
            <a:off x="6172200" y="1371600"/>
            <a:ext cx="5562600" cy="18288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35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Ganho de Performance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float: </a:t>
            </a:r>
            <a:r>
              <a:rPr lang="pt-BR" sz="1800" b="1" dirty="0">
                <a:solidFill>
                  <a:srgbClr val="FF6E40"/>
                </a:solidFill>
              </a:rPr>
              <a:t>~850 µs</a:t>
            </a:r>
            <a:r>
              <a:rPr lang="pt-BR" sz="1400" dirty="0">
                <a:solidFill>
                  <a:srgbClr val="B0BEC5"/>
                </a:solidFill>
              </a:rPr>
              <a:t>  (1000 amostras)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int:    </a:t>
            </a:r>
            <a:r>
              <a:rPr lang="pt-BR" sz="1800" b="1" dirty="0">
                <a:solidFill>
                  <a:srgbClr val="00E676"/>
                </a:solidFill>
              </a:rPr>
              <a:t>~120 µs</a:t>
            </a:r>
            <a:r>
              <a:rPr lang="pt-BR" sz="1400" dirty="0">
                <a:solidFill>
                  <a:srgbClr val="B0BEC5"/>
                </a:solidFill>
              </a:rPr>
              <a:t>  (1000 amostras)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FFFFF"/>
                </a:solidFill>
              </a:rPr>
              <a:t>Speedup: ~7x mais rápido</a:t>
            </a:r>
          </a:p>
        </p:txBody>
      </p:sp>
      <p:sp>
        <p:nvSpPr>
          <p:cNvPr id="12" name="IntCode"/>
          <p:cNvSpPr/>
          <p:nvPr/>
        </p:nvSpPr>
        <p:spPr>
          <a:xfrm>
            <a:off x="457200" y="3429000"/>
            <a:ext cx="11277600" cy="32004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21262D">
                <a:alpha val="100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7C4DFF"/>
                </a:solidFill>
                <a:latin typeface="Consolas"/>
              </a:rPr>
              <a:t>uint32_t </a:t>
            </a:r>
            <a:r>
              <a:rPr lang="pt-BR" sz="1200" dirty="0">
                <a:solidFill>
                  <a:srgbClr val="00E5FF"/>
                </a:solidFill>
                <a:latin typeface="Consolas"/>
              </a:rPr>
              <a:t>calcRMS_inteiro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pin,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N) {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somaQuad = </a:t>
            </a:r>
            <a:r>
              <a:rPr lang="pt-BR" sz="12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;</a:t>
            </a:r>
            <a:r>
              <a:rPr lang="pt-BR" sz="1200" dirty="0">
                <a:solidFill>
                  <a:srgbClr val="546E7A"/>
                </a:solidFill>
                <a:latin typeface="Consolas"/>
              </a:rPr>
              <a:t>  // 64 bits evita overflow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for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i=</a:t>
            </a:r>
            <a:r>
              <a:rPr lang="pt-BR" sz="12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; i&lt;N; i++) {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 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uint32_t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val = analogRead(pin);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  somaQuad += 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)val * val;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return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 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uint32_t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)sqrt((</a:t>
            </a:r>
            <a:r>
              <a:rPr lang="pt-BR" sz="1200" dirty="0">
                <a:solidFill>
                  <a:srgbClr val="7C4DFF"/>
                </a:solidFill>
                <a:latin typeface="Consolas"/>
              </a:rPr>
              <a:t>double</a:t>
            </a:r>
            <a:r>
              <a:rPr lang="pt-BR" sz="1200" dirty="0">
                <a:solidFill>
                  <a:srgbClr val="E8ECF1"/>
                </a:solidFill>
                <a:latin typeface="Consolas"/>
              </a:rPr>
              <a:t>)somaQuad / N);</a:t>
            </a:r>
          </a:p>
          <a:p>
            <a:pPr algn="l">
              <a:lnSpc>
                <a:spcPts val="1800"/>
              </a:lnSpc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185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508D1-F5CC-8D03-D226-5B124A70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400" b="1" dirty="0">
                <a:solidFill>
                  <a:srgbClr val="00E5FF"/>
                </a:solidFill>
              </a:rPr>
              <a:t>Otimização 2: Buffer Circular + RMS Incremental</a:t>
            </a:r>
          </a:p>
        </p:txBody>
      </p:sp>
      <p:sp>
        <p:nvSpPr>
          <p:cNvPr id="10" name="BufferDiag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ctr">
              <a:buNone/>
            </a:pPr>
            <a:r>
              <a:rPr lang="pt-BR" sz="1600" b="1" dirty="0">
                <a:solidFill>
                  <a:srgbClr val="7C4DFF"/>
                </a:solidFill>
              </a:rPr>
              <a:t>Buffer Circular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  <a:latin typeface="Consolas"/>
              </a:rPr>
              <a:t>[ x3 | x4 | x5 | x6 | x7 | x0 | x1 | x2 ]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400" dirty="0">
                <a:solidFill>
                  <a:srgbClr val="FF6E40"/>
                </a:solidFill>
                <a:latin typeface="Consolas"/>
              </a:rPr>
              <a:t>                          ↑ idx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Tamanho fixo N (potência de 2)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Índice circular: </a:t>
            </a:r>
            <a:r>
              <a:rPr lang="pt-BR" sz="1400" b="1" dirty="0">
                <a:solidFill>
                  <a:srgbClr val="FFFFFF"/>
                </a:solidFill>
                <a:latin typeface="Consolas"/>
              </a:rPr>
              <a:t>idx = (idx+1) &amp; (N-1)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Sobrescreve amostra mais antiga</a:t>
            </a:r>
          </a:p>
        </p:txBody>
      </p:sp>
      <p:sp>
        <p:nvSpPr>
          <p:cNvPr id="11" name="IncrRMS"/>
          <p:cNvSpPr/>
          <p:nvPr/>
        </p:nvSpPr>
        <p:spPr>
          <a:xfrm>
            <a:off x="6172200" y="1371600"/>
            <a:ext cx="5562600" cy="2743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ctr">
              <a:buNone/>
            </a:pPr>
            <a:r>
              <a:rPr lang="pt-BR" sz="1600" b="1" dirty="0">
                <a:solidFill>
                  <a:srgbClr val="00E5FF"/>
                </a:solidFill>
              </a:rPr>
              <a:t>RMS Incremental (Janela Deslizante)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soma += novo² - antigo²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</a:t>
            </a:r>
            <a:r>
              <a:rPr lang="pt-BR" sz="1400" b="1" dirty="0">
                <a:solidFill>
                  <a:srgbClr val="00E676"/>
                </a:solidFill>
              </a:rPr>
              <a:t>O(1) por amostra</a:t>
            </a:r>
            <a:r>
              <a:rPr lang="pt-BR" sz="1400" dirty="0">
                <a:solidFill>
                  <a:srgbClr val="B0BEC5"/>
                </a:solidFill>
              </a:rPr>
              <a:t> (não O(N))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Atualização contínua em tempo real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Remove valor antigo, adiciona novo</a:t>
            </a:r>
          </a:p>
          <a:p>
            <a:pPr algn="l">
              <a:spcBef>
                <a:spcPts val="3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▸ Ideal para monitoramento contínuo</a:t>
            </a:r>
          </a:p>
        </p:txBody>
      </p:sp>
      <p:sp>
        <p:nvSpPr>
          <p:cNvPr id="12" name="CompareApproach"/>
          <p:cNvSpPr/>
          <p:nvPr/>
        </p:nvSpPr>
        <p:spPr>
          <a:xfrm>
            <a:off x="457200" y="4343400"/>
            <a:ext cx="11277600" cy="21717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00E676">
                <a:alpha val="20000"/>
              </a:srgbClr>
            </a:solidFill>
          </a:ln>
        </p:spPr>
        <p:txBody>
          <a:bodyPr wrap="square" lIns="182880" tIns="137160" rIns="137160" bIns="91440" anchor="t"/>
          <a:lstStyle/>
          <a:p>
            <a:pPr algn="ctr">
              <a:buNone/>
            </a:pPr>
            <a:r>
              <a:rPr lang="pt-BR" sz="1600" b="1" dirty="0">
                <a:solidFill>
                  <a:srgbClr val="00E676"/>
                </a:solidFill>
              </a:rPr>
              <a:t>Comparação: Batch vs Incremental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FF6E40"/>
                </a:solidFill>
              </a:rPr>
              <a:t>Batch (básico):  </a:t>
            </a:r>
            <a:r>
              <a:rPr lang="pt-BR" sz="1400" b="1" dirty="0">
                <a:solidFill>
                  <a:srgbClr val="FFFFFF"/>
                </a:solidFill>
              </a:rPr>
              <a:t>Recalcula N quadrados a cada atualização → O(N)</a:t>
            </a:r>
          </a:p>
          <a:p>
            <a:pPr algn="ctr">
              <a:spcBef>
                <a:spcPts val="300"/>
              </a:spcBef>
              <a:buNone/>
            </a:pPr>
            <a:r>
              <a:rPr lang="pt-BR" sz="1400" dirty="0">
                <a:solidFill>
                  <a:srgbClr val="00E5FF"/>
                </a:solidFill>
              </a:rPr>
              <a:t>Incremental:     </a:t>
            </a:r>
            <a:r>
              <a:rPr lang="pt-BR" sz="1400" b="1" dirty="0">
                <a:solidFill>
                  <a:srgbClr val="FFFFFF"/>
                </a:solidFill>
              </a:rPr>
              <a:t>1 subtração + 1 soma + 1 divisão + 1 sqrt → O(1)</a:t>
            </a:r>
          </a:p>
        </p:txBody>
      </p:sp>
    </p:spTree>
    <p:extLst>
      <p:ext uri="{BB962C8B-B14F-4D97-AF65-F5344CB8AC3E}">
        <p14:creationId xmlns:p14="http://schemas.microsoft.com/office/powerpoint/2010/main" val="871952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5A79B-D01B-2037-5EE8-7A09C18A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400" b="1" dirty="0">
                <a:solidFill>
                  <a:srgbClr val="00E5FF"/>
                </a:solidFill>
              </a:rPr>
              <a:t>Código: RMS com Buffer Circular + Incremental</a:t>
            </a:r>
          </a:p>
        </p:txBody>
      </p:sp>
      <p:sp>
        <p:nvSpPr>
          <p:cNvPr id="10" name="CodeFull"/>
          <p:cNvSpPr/>
          <p:nvPr/>
        </p:nvSpPr>
        <p:spPr>
          <a:xfrm>
            <a:off x="457200" y="1371600"/>
            <a:ext cx="11277600" cy="5029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txBody>
          <a:bodyPr wrap="square" lIns="182880" tIns="91440" rIns="137160" bIns="91440" anchor="t"/>
          <a:lstStyle/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#define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BUF_SIZE 256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            // potência de 2!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#define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BUF_MASK (BUF_SIZE - 1)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// máscara para mod rápido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buffer[BUF_SIZE];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somaQuadrados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idx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float </a:t>
            </a:r>
            <a:r>
              <a:rPr lang="pt-BR" sz="1100" dirty="0">
                <a:solidFill>
                  <a:srgbClr val="00E5FF"/>
                </a:solidFill>
                <a:latin typeface="Consolas"/>
              </a:rPr>
              <a:t>rms_update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novaAmostra) {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antiga = buffer[idx];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  // recupera valor antigo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buffer[idx] = novaAmostra;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 // sobrescreve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idx = (idx +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1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&amp;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BUF_MASK;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       // mod rápido (bitwise)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546E7A"/>
                </a:solidFill>
                <a:latin typeface="Consolas"/>
              </a:rPr>
              <a:t>  // Atualização incremental O(1)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somaQuadrados += 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)novaAmostra*novaAmostra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                - 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)antiga*antiga;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return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sqrtf((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float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)somaQuadrados / BUF_SIZE);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872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46358-FEFD-3800-81C5-68377883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Otimização 3: DMA (Direct Memory Access)</a:t>
            </a:r>
          </a:p>
        </p:txBody>
      </p:sp>
      <p:sp>
        <p:nvSpPr>
          <p:cNvPr id="10" name="Flow0"/>
          <p:cNvSpPr/>
          <p:nvPr/>
        </p:nvSpPr>
        <p:spPr>
          <a:xfrm>
            <a:off x="457200" y="16002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5FF"/>
                </a:solidFill>
              </a:rPr>
              <a:t>ADC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Conversão
automática</a:t>
            </a:r>
          </a:p>
        </p:txBody>
      </p:sp>
      <p:sp>
        <p:nvSpPr>
          <p:cNvPr id="20" name="Arrow0"/>
          <p:cNvSpPr/>
          <p:nvPr/>
        </p:nvSpPr>
        <p:spPr>
          <a:xfrm>
            <a:off x="2971800" y="2171700"/>
            <a:ext cx="4572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Flow1"/>
          <p:cNvSpPr/>
          <p:nvPr/>
        </p:nvSpPr>
        <p:spPr>
          <a:xfrm>
            <a:off x="3429000" y="16002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7C4DFF"/>
                </a:solidFill>
              </a:rPr>
              <a:t>DMA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Transferência
direta</a:t>
            </a:r>
          </a:p>
        </p:txBody>
      </p:sp>
      <p:sp>
        <p:nvSpPr>
          <p:cNvPr id="21" name="Arrow1"/>
          <p:cNvSpPr/>
          <p:nvPr/>
        </p:nvSpPr>
        <p:spPr>
          <a:xfrm>
            <a:off x="5943600" y="2171700"/>
            <a:ext cx="4572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low2"/>
          <p:cNvSpPr/>
          <p:nvPr/>
        </p:nvSpPr>
        <p:spPr>
          <a:xfrm>
            <a:off x="6400800" y="16002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448AFF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448AFF"/>
                </a:solidFill>
              </a:rPr>
              <a:t>Buffer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Memória
RAM</a:t>
            </a:r>
          </a:p>
        </p:txBody>
      </p:sp>
      <p:sp>
        <p:nvSpPr>
          <p:cNvPr id="22" name="Arrow2"/>
          <p:cNvSpPr/>
          <p:nvPr/>
        </p:nvSpPr>
        <p:spPr>
          <a:xfrm>
            <a:off x="8915400" y="2171700"/>
            <a:ext cx="457200" cy="228600"/>
          </a:xfrm>
          <a:prstGeom prst="rightArrow">
            <a:avLst/>
          </a:prstGeom>
          <a:solidFill>
            <a:srgbClr val="37474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Flow3"/>
          <p:cNvSpPr/>
          <p:nvPr/>
        </p:nvSpPr>
        <p:spPr>
          <a:xfrm>
            <a:off x="9372600" y="16002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676"/>
                </a:solidFill>
              </a:rPr>
              <a:t>CPU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Processa
RMS</a:t>
            </a:r>
          </a:p>
        </p:txBody>
      </p:sp>
      <p:sp>
        <p:nvSpPr>
          <p:cNvPr id="30" name="Benefit0"/>
          <p:cNvSpPr/>
          <p:nvPr/>
        </p:nvSpPr>
        <p:spPr>
          <a:xfrm>
            <a:off x="457200" y="365760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676"/>
                </a:solidFill>
              </a:rPr>
              <a:t>CPU Livre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ADC opera independente
CPU pode processar
outras tarefas</a:t>
            </a:r>
          </a:p>
        </p:txBody>
      </p:sp>
      <p:sp>
        <p:nvSpPr>
          <p:cNvPr id="31" name="Benefit1"/>
          <p:cNvSpPr/>
          <p:nvPr/>
        </p:nvSpPr>
        <p:spPr>
          <a:xfrm>
            <a:off x="4267200" y="365760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00E5FF">
                <a:alpha val="2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5FF"/>
                </a:solidFill>
              </a:rPr>
              <a:t>Alta Taxa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Até 1 MSPS contínuo
Sem overhead de
interrupção por amostra</a:t>
            </a:r>
          </a:p>
        </p:txBody>
      </p:sp>
      <p:sp>
        <p:nvSpPr>
          <p:cNvPr id="32" name="Benefit2"/>
          <p:cNvSpPr/>
          <p:nvPr/>
        </p:nvSpPr>
        <p:spPr>
          <a:xfrm>
            <a:off x="8077200" y="365760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7C4DFF">
                <a:alpha val="2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7C4DFF"/>
                </a:solidFill>
              </a:rPr>
              <a:t>Double Buffer</a:t>
            </a:r>
          </a:p>
          <a:p>
            <a:pPr algn="ctr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Ping-pong: DMA preenche
um buffer enquanto CPU
processa o outro</a:t>
            </a:r>
          </a:p>
        </p:txBody>
      </p:sp>
    </p:spTree>
    <p:extLst>
      <p:ext uri="{BB962C8B-B14F-4D97-AF65-F5344CB8AC3E}">
        <p14:creationId xmlns:p14="http://schemas.microsoft.com/office/powerpoint/2010/main" val="264153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19B48-473B-5474-8FA4-08F607BA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Estratégias Avançadas de Pré-Processamento</a:t>
            </a:r>
          </a:p>
        </p:txBody>
      </p:sp>
      <p:sp>
        <p:nvSpPr>
          <p:cNvPr id="10" name="DCRemoval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6E40"/>
                </a:solidFill>
              </a:rPr>
              <a:t>Remoção de Offset DC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ADC da ESP32 só lê 0-3.3V.
Sinais AC precisam de bias DC
(geralmente 1.65V = VCC/2)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Solução:</a:t>
            </a:r>
          </a:p>
          <a:p>
            <a:pPr algn="l">
              <a:spcBef>
                <a:spcPts val="200"/>
              </a:spcBef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media = soma / N;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ac = amostra - media;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soma += ac * ac;</a:t>
            </a:r>
          </a:p>
        </p:txBody>
      </p:sp>
      <p:sp>
        <p:nvSpPr>
          <p:cNvPr id="11" name="Filter"/>
          <p:cNvSpPr/>
          <p:nvPr/>
        </p:nvSpPr>
        <p:spPr>
          <a:xfrm>
            <a:off x="4343400" y="1371600"/>
            <a:ext cx="3657600" cy="5029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00E5FF"/>
                </a:solidFill>
              </a:rPr>
              <a:t>Filtro Digital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Média Móvel (FIR simples)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Suaviza ruído do ADC
Reduz flutuações espúrias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y[n] = (x[n] + x[n-1]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    + x[n-2] + x[n-3])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    &gt;&gt; 2;</a:t>
            </a:r>
            <a:r>
              <a:rPr lang="pt-BR" sz="1200" dirty="0">
                <a:solidFill>
                  <a:srgbClr val="546E7A"/>
                </a:solidFill>
                <a:latin typeface="Consolas"/>
              </a:rPr>
              <a:t> // div por 4</a:t>
            </a:r>
          </a:p>
        </p:txBody>
      </p:sp>
      <p:sp>
        <p:nvSpPr>
          <p:cNvPr id="12" name="Normalize"/>
          <p:cNvSpPr/>
          <p:nvPr/>
        </p:nvSpPr>
        <p:spPr>
          <a:xfrm>
            <a:off x="8229600" y="1371600"/>
            <a:ext cx="3505200" cy="5029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7C4DFF"/>
                </a:solidFill>
              </a:rPr>
              <a:t>Normalização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Converter ADC raw para
volts reais: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V = (raw / 4095) × 3.3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Com sensor de corrente:
I = (V - Vref) / Sensib.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Calibração melhora
precisão em 2-5%</a:t>
            </a:r>
          </a:p>
        </p:txBody>
      </p:sp>
    </p:spTree>
    <p:extLst>
      <p:ext uri="{BB962C8B-B14F-4D97-AF65-F5344CB8AC3E}">
        <p14:creationId xmlns:p14="http://schemas.microsoft.com/office/powerpoint/2010/main" val="3674560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F55EF-CB10-3577-1C1E-D16CA95A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400" b="1" dirty="0">
                <a:solidFill>
                  <a:srgbClr val="00E5FF"/>
                </a:solidFill>
              </a:rPr>
              <a:t>Código: RMS com Filtro + Remoção DC</a:t>
            </a:r>
          </a:p>
        </p:txBody>
      </p:sp>
      <p:sp>
        <p:nvSpPr>
          <p:cNvPr id="10" name="FilterCode"/>
          <p:cNvSpPr/>
          <p:nvPr/>
        </p:nvSpPr>
        <p:spPr>
          <a:xfrm>
            <a:off x="457200" y="1371600"/>
            <a:ext cx="11277600" cy="5029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21262D"/>
            </a:solidFill>
          </a:ln>
        </p:spPr>
        <p:txBody>
          <a:bodyPr wrap="square" lIns="182880" tIns="91440" rIns="137160" bIns="91440" anchor="t"/>
          <a:lstStyle/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float </a:t>
            </a:r>
            <a:r>
              <a:rPr lang="pt-BR" sz="1100" dirty="0">
                <a:solidFill>
                  <a:srgbClr val="00E5FF"/>
                </a:solidFill>
                <a:latin typeface="Consolas"/>
              </a:rPr>
              <a:t>calcRMS_filtrado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pin,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N)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546E7A"/>
                </a:solidFill>
                <a:latin typeface="Consolas"/>
              </a:rPr>
              <a:t>  // Passo 1: Coletar amostras e calcular média (offset DC)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uint32_t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somaDC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amostras[N];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for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i=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 i&lt;N; i++) { amostras[i]=analogRead(pin); somaDC+=amostras[i]; 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offset = somaDC / N;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        // offset DC estimado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546E7A"/>
                </a:solidFill>
                <a:latin typeface="Consolas"/>
              </a:rPr>
              <a:t>  // Passo 2: RMS da componente AC (sem DC)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uint64_t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somaQ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for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i=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 i&lt;N; i++)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  int32_t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ac = 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int32_t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)amostras[i] - offset;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  somaQ += 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)ac * ac;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  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return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sqrtf((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float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)somaQ / N) *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3.3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/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4095.0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// em Volts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387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EAAD3-A357-A0A3-CB4D-224CE7D3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Precisão vs Desempenho: Trade-offs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91440" rIns="182880" bIns="9144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0E5FF"/>
                </a:solidFill>
              </a:rPr>
              <a:t>Nº de Amostras</a:t>
            </a:r>
          </a:p>
          <a:p>
            <a:pPr algn="l">
              <a:spcBef>
                <a:spcPts val="6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N=64: rápido, baixa precisão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N=256: bom equilíbrio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N=1024: preciso, lento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→ Ideal: N = potência de 2</a:t>
            </a:r>
          </a:p>
        </p:txBody>
      </p:sp>
      <p:sp>
        <p:nvSpPr>
          <p:cNvPr id="11" name="S11"/>
          <p:cNvSpPr/>
          <p:nvPr/>
        </p:nvSpPr>
        <p:spPr>
          <a:xfrm>
            <a:off x="4343400" y="13716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91440" rIns="182880" bIns="91440" anchor="ctr"/>
          <a:lstStyle/>
          <a:p>
            <a:pPr algn="ctr">
              <a:buNone/>
            </a:pPr>
            <a:r>
              <a:rPr lang="pt-BR" sz="1800" b="1" dirty="0">
                <a:solidFill>
                  <a:srgbClr val="7C4DFF"/>
                </a:solidFill>
              </a:rPr>
              <a:t>Freq. Amostragem</a:t>
            </a:r>
          </a:p>
          <a:p>
            <a:pPr algn="l">
              <a:spcBef>
                <a:spcPts val="6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Nyquist: fs ≥ 2×fmax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RMS 60Hz: min 10 kSPS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Ideal: 20-50 amostras/ciclo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→ ESP32 ADC: até ~100 kSPS</a:t>
            </a:r>
          </a:p>
        </p:txBody>
      </p:sp>
      <p:sp>
        <p:nvSpPr>
          <p:cNvPr id="12" name="S12"/>
          <p:cNvSpPr/>
          <p:nvPr/>
        </p:nvSpPr>
        <p:spPr>
          <a:xfrm>
            <a:off x="8229600" y="137160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91440" rIns="182880" bIns="9144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6E40"/>
                </a:solidFill>
              </a:rPr>
              <a:t>Tempo de Resposta</a:t>
            </a:r>
          </a:p>
          <a:p>
            <a:pPr algn="l">
              <a:spcBef>
                <a:spcPts val="6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Lento: batch (bloco completo)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Rápido: janela deslizante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Proteção: &lt;20ms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→ Incremental = melhor</a:t>
            </a:r>
          </a:p>
        </p:txBody>
      </p:sp>
      <p:sp>
        <p:nvSpPr>
          <p:cNvPr id="20" name="S20"/>
          <p:cNvSpPr/>
          <p:nvPr/>
        </p:nvSpPr>
        <p:spPr>
          <a:xfrm>
            <a:off x="457200" y="4343400"/>
            <a:ext cx="11277600" cy="20574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448AFF">
                <a:alpha val="20000"/>
              </a:srgbClr>
            </a:solidFill>
          </a:ln>
        </p:spPr>
        <p:txBody>
          <a:bodyPr wrap="square" lIns="182880" tIns="91440" rIns="18288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448AFF"/>
                </a:solidFill>
              </a:rPr>
              <a:t>Comparação de Configurações (60Hz, ESP32 @ 240MHz)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N=64,  fs=10kHz  → T=6.4ms   Erro≈2.5%   Mem: 128B   </a:t>
            </a:r>
            <a:r>
              <a:rPr lang="pt-BR" sz="1200" b="1" dirty="0">
                <a:solidFill>
                  <a:srgbClr val="FF6E40"/>
                </a:solidFill>
                <a:latin typeface="Consolas"/>
              </a:rPr>
              <a:t>Rápido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N=256, fs=20kHz  → T=12.8ms  Erro≈0.8%   Mem: 512B   </a:t>
            </a:r>
            <a:r>
              <a:rPr lang="pt-BR" sz="1200" b="1" dirty="0">
                <a:solidFill>
                  <a:srgbClr val="00E676"/>
                </a:solidFill>
                <a:latin typeface="Consolas"/>
              </a:rPr>
              <a:t>Equilibrado</a:t>
            </a:r>
          </a:p>
          <a:p>
            <a:pPr algn="l">
              <a:buNone/>
            </a:pPr>
            <a:r>
              <a:rPr lang="pt-BR" sz="1200" dirty="0">
                <a:solidFill>
                  <a:srgbClr val="E8ECF1"/>
                </a:solidFill>
                <a:latin typeface="Consolas"/>
              </a:rPr>
              <a:t>  N=1024,fs=50kHz  → T=20.5ms  Erro≈0.2%   Mem: 2KB    </a:t>
            </a:r>
            <a:r>
              <a:rPr lang="pt-BR" sz="1200" b="1" dirty="0">
                <a:solidFill>
                  <a:srgbClr val="00E5FF"/>
                </a:solidFill>
                <a:latin typeface="Consolas"/>
              </a:rPr>
              <a:t>Preciso</a:t>
            </a:r>
          </a:p>
        </p:txBody>
      </p:sp>
    </p:spTree>
    <p:extLst>
      <p:ext uri="{BB962C8B-B14F-4D97-AF65-F5344CB8AC3E}">
        <p14:creationId xmlns:p14="http://schemas.microsoft.com/office/powerpoint/2010/main" val="4169991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3504C-C33C-57F9-2568-BD3CDF61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Arquitetura: Fluxo Completo na ESP32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11277600" cy="457200"/>
          </a:xfrm>
          <a:prstGeom prst="roundRect">
            <a:avLst/>
          </a:prstGeom>
          <a:solidFill>
            <a:srgbClr val="131F2E"/>
          </a:solidFill>
          <a:ln w="12700">
            <a:solidFill>
              <a:srgbClr val="FF6E40">
                <a:alpha val="25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pt-BR" sz="1600" b="1" dirty="0">
                <a:solidFill>
                  <a:srgbClr val="FF6E40"/>
                </a:solidFill>
              </a:rPr>
              <a:t>Abordagem Simples: ADC → CPU → RMS</a:t>
            </a:r>
          </a:p>
        </p:txBody>
      </p:sp>
      <p:sp>
        <p:nvSpPr>
          <p:cNvPr id="20" name="S20"/>
          <p:cNvSpPr/>
          <p:nvPr/>
        </p:nvSpPr>
        <p:spPr>
          <a:xfrm>
            <a:off x="457200" y="19812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B0BEC5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Sensor
Analógico</a:t>
            </a:r>
          </a:p>
        </p:txBody>
      </p:sp>
      <p:sp>
        <p:nvSpPr>
          <p:cNvPr id="40" name="A0"/>
          <p:cNvSpPr/>
          <p:nvPr/>
        </p:nvSpPr>
        <p:spPr>
          <a:xfrm>
            <a:off x="2514600" y="22860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S21"/>
          <p:cNvSpPr/>
          <p:nvPr/>
        </p:nvSpPr>
        <p:spPr>
          <a:xfrm>
            <a:off x="2743200" y="19812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ADC
analogRead()</a:t>
            </a:r>
          </a:p>
        </p:txBody>
      </p:sp>
      <p:sp>
        <p:nvSpPr>
          <p:cNvPr id="41" name="A1"/>
          <p:cNvSpPr/>
          <p:nvPr/>
        </p:nvSpPr>
        <p:spPr>
          <a:xfrm>
            <a:off x="4800600" y="22860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S22"/>
          <p:cNvSpPr/>
          <p:nvPr/>
        </p:nvSpPr>
        <p:spPr>
          <a:xfrm>
            <a:off x="5029200" y="19812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CPU
loop()</a:t>
            </a:r>
          </a:p>
        </p:txBody>
      </p:sp>
      <p:sp>
        <p:nvSpPr>
          <p:cNvPr id="42" name="A2"/>
          <p:cNvSpPr/>
          <p:nvPr/>
        </p:nvSpPr>
        <p:spPr>
          <a:xfrm>
            <a:off x="7086600" y="22860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S23"/>
          <p:cNvSpPr/>
          <p:nvPr/>
        </p:nvSpPr>
        <p:spPr>
          <a:xfrm>
            <a:off x="7315200" y="19812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x² + soma
acumular</a:t>
            </a:r>
          </a:p>
        </p:txBody>
      </p:sp>
      <p:sp>
        <p:nvSpPr>
          <p:cNvPr id="43" name="A3"/>
          <p:cNvSpPr/>
          <p:nvPr/>
        </p:nvSpPr>
        <p:spPr>
          <a:xfrm>
            <a:off x="9372600" y="22860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S24"/>
          <p:cNvSpPr/>
          <p:nvPr/>
        </p:nvSpPr>
        <p:spPr>
          <a:xfrm>
            <a:off x="9601200" y="19812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sqrt()
resultado</a:t>
            </a:r>
          </a:p>
        </p:txBody>
      </p:sp>
      <p:sp>
        <p:nvSpPr>
          <p:cNvPr id="50" name="S50"/>
          <p:cNvSpPr/>
          <p:nvPr/>
        </p:nvSpPr>
        <p:spPr>
          <a:xfrm>
            <a:off x="457200" y="3429000"/>
            <a:ext cx="11277600" cy="457200"/>
          </a:xfrm>
          <a:prstGeom prst="roundRect">
            <a:avLst/>
          </a:prstGeom>
          <a:solidFill>
            <a:srgbClr val="131F2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Abordagem Otimizada: ADC + DMA → Buffer → RMS</a:t>
            </a:r>
          </a:p>
        </p:txBody>
      </p:sp>
      <p:sp>
        <p:nvSpPr>
          <p:cNvPr id="60" name="S60"/>
          <p:cNvSpPr/>
          <p:nvPr/>
        </p:nvSpPr>
        <p:spPr>
          <a:xfrm>
            <a:off x="457200" y="40386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B0BEC5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Sensor
Analógico</a:t>
            </a:r>
          </a:p>
        </p:txBody>
      </p:sp>
      <p:sp>
        <p:nvSpPr>
          <p:cNvPr id="70" name="B0"/>
          <p:cNvSpPr/>
          <p:nvPr/>
        </p:nvSpPr>
        <p:spPr>
          <a:xfrm>
            <a:off x="2514600" y="4343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S61"/>
          <p:cNvSpPr/>
          <p:nvPr/>
        </p:nvSpPr>
        <p:spPr>
          <a:xfrm>
            <a:off x="2743200" y="40386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ADC + DMA
automático</a:t>
            </a:r>
          </a:p>
        </p:txBody>
      </p:sp>
      <p:sp>
        <p:nvSpPr>
          <p:cNvPr id="71" name="B1"/>
          <p:cNvSpPr/>
          <p:nvPr/>
        </p:nvSpPr>
        <p:spPr>
          <a:xfrm>
            <a:off x="4800600" y="4343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S62"/>
          <p:cNvSpPr/>
          <p:nvPr/>
        </p:nvSpPr>
        <p:spPr>
          <a:xfrm>
            <a:off x="5029200" y="40386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00E5FF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Buffer A/B
ping-pong</a:t>
            </a:r>
          </a:p>
        </p:txBody>
      </p:sp>
      <p:sp>
        <p:nvSpPr>
          <p:cNvPr id="72" name="B2"/>
          <p:cNvSpPr/>
          <p:nvPr/>
        </p:nvSpPr>
        <p:spPr>
          <a:xfrm>
            <a:off x="7086600" y="4343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S63"/>
          <p:cNvSpPr/>
          <p:nvPr/>
        </p:nvSpPr>
        <p:spPr>
          <a:xfrm>
            <a:off x="7315200" y="40386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CPU: RMS
incremental</a:t>
            </a:r>
          </a:p>
        </p:txBody>
      </p:sp>
      <p:sp>
        <p:nvSpPr>
          <p:cNvPr id="73" name="B3"/>
          <p:cNvSpPr/>
          <p:nvPr/>
        </p:nvSpPr>
        <p:spPr>
          <a:xfrm>
            <a:off x="9372600" y="4343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S64"/>
          <p:cNvSpPr/>
          <p:nvPr/>
        </p:nvSpPr>
        <p:spPr>
          <a:xfrm>
            <a:off x="9601200" y="4038600"/>
            <a:ext cx="2057400" cy="9144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Resultado
filtrado</a:t>
            </a:r>
          </a:p>
        </p:txBody>
      </p:sp>
      <p:sp>
        <p:nvSpPr>
          <p:cNvPr id="80" name="S80"/>
          <p:cNvSpPr/>
          <p:nvPr/>
        </p:nvSpPr>
        <p:spPr>
          <a:xfrm>
            <a:off x="457200" y="5334000"/>
            <a:ext cx="11277600" cy="1143000"/>
          </a:xfrm>
          <a:prstGeom prst="roundRect">
            <a:avLst/>
          </a:prstGeom>
          <a:solidFill>
            <a:srgbClr val="1A2F42"/>
          </a:solidFill>
          <a:ln w="12700">
            <a:solidFill>
              <a:srgbClr val="00E5FF">
                <a:alpha val="2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dirty="0">
                <a:solidFill>
                  <a:srgbClr val="FF6E40"/>
                </a:solidFill>
              </a:rPr>
              <a:t>Simples: CPU 100% ocupada, bloqueante   </a:t>
            </a:r>
            <a:r>
              <a:rPr lang="pt-BR" sz="1800" dirty="0">
                <a:solidFill>
                  <a:srgbClr val="455A64"/>
                </a:solidFill>
              </a:rPr>
              <a:t>vs   </a:t>
            </a:r>
            <a:r>
              <a:rPr lang="pt-BR" sz="1400" dirty="0">
                <a:solidFill>
                  <a:srgbClr val="00E676"/>
                </a:solidFill>
              </a:rPr>
              <a:t>Otimizada: CPU livre, não-bloqueante, preciso</a:t>
            </a:r>
          </a:p>
        </p:txBody>
      </p:sp>
    </p:spTree>
    <p:extLst>
      <p:ext uri="{BB962C8B-B14F-4D97-AF65-F5344CB8AC3E}">
        <p14:creationId xmlns:p14="http://schemas.microsoft.com/office/powerpoint/2010/main" val="3647309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39FBD-0FB4-B434-B61D-D2D34B56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3600" b="1" dirty="0">
                <a:solidFill>
                  <a:srgbClr val="00E5FF"/>
                </a:solidFill>
              </a:rPr>
              <a:t>Casos Reais</a:t>
            </a:r>
            <a:r>
              <a:rPr lang="pt-BR" sz="3600" b="1" dirty="0">
                <a:solidFill>
                  <a:srgbClr val="7C4DFF"/>
                </a:solidFill>
              </a:rPr>
              <a:t> &amp; </a:t>
            </a:r>
            <a:r>
              <a:rPr lang="pt-BR" sz="3600" b="1" dirty="0">
                <a:solidFill>
                  <a:srgbClr val="FF6E40"/>
                </a:solidFill>
              </a:rPr>
              <a:t>Limitações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ED6248-05E1-3982-7140-28377A166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78909C"/>
                </a:solidFill>
              </a:rPr>
              <a:t>Aplicações práticas, desafios do hardware e soluções</a:t>
            </a:r>
          </a:p>
        </p:txBody>
      </p:sp>
    </p:spTree>
    <p:extLst>
      <p:ext uri="{BB962C8B-B14F-4D97-AF65-F5344CB8AC3E}">
        <p14:creationId xmlns:p14="http://schemas.microsoft.com/office/powerpoint/2010/main" val="96600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12F91-B2F4-8312-63E8-8F435114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Caso Real: Medição de Tensão AC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FF6E40"/>
                </a:solidFill>
              </a:rPr>
              <a:t>Circuito: Transformador + Divisor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Trafo 220V → 9V (redução)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Divisor resistivo: 0-3.3V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Bias DC: 1.65V (VCC/2)</a:t>
            </a:r>
          </a:p>
          <a:p>
            <a:pPr algn="l">
              <a:buFont typeface="Arial"/>
              <a:buChar char="▸"/>
            </a:pPr>
            <a:r>
              <a:rPr lang="pt-BR" sz="1400" dirty="0">
                <a:solidFill>
                  <a:srgbClr val="B0BEC5"/>
                </a:solidFill>
              </a:rPr>
              <a:t> Capacitor filtragem: 100nF</a:t>
            </a:r>
          </a:p>
        </p:txBody>
      </p:sp>
      <p:sp>
        <p:nvSpPr>
          <p:cNvPr id="11" name="S11"/>
          <p:cNvSpPr/>
          <p:nvPr/>
        </p:nvSpPr>
        <p:spPr>
          <a:xfrm>
            <a:off x="6172200" y="1371600"/>
            <a:ext cx="5562600" cy="2286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Conversão ADC → Volts Reais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1. Ler ADC (0-4095)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2. Subtrair offset DC (~2048)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3. Calcular RMS das amostras AC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4. Multiplicar por fator do trafo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FFFFFF"/>
                </a:solidFill>
              </a:rPr>
              <a:t>Vac = Vrms_adc × (220/9) × 2</a:t>
            </a:r>
          </a:p>
        </p:txBody>
      </p:sp>
      <p:sp>
        <p:nvSpPr>
          <p:cNvPr id="12" name="S12"/>
          <p:cNvSpPr/>
          <p:nvPr/>
        </p:nvSpPr>
        <p:spPr>
          <a:xfrm>
            <a:off x="457200" y="3886200"/>
            <a:ext cx="11277600" cy="25146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21262D">
                <a:alpha val="10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float </a:t>
            </a:r>
            <a:r>
              <a:rPr lang="pt-BR" sz="1100" dirty="0">
                <a:solidFill>
                  <a:srgbClr val="00E5FF"/>
                </a:solidFill>
                <a:latin typeface="Consolas"/>
              </a:rPr>
              <a:t>medirTensaoAC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const 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N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256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const float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FATOR_TRAFO =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48.89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// 220/9*2 calibrado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uint32_t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somaDC=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uint64_t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somaQ=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uint16_t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buf[N];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for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i=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;i&lt;N;i++){buf[i]=analogRead(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34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); somaDC+=buf[i]; delayMicroseconds(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65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);}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int16_t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dc = somaDC/N;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for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i=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;i&lt;N;i++){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int32_t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ac=buf[i]-dc; somaQ+=(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int64_t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)ac*ac;}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float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Vrms = sqrtf((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float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)somaQ/N) * 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3.3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/</a:t>
            </a:r>
            <a:r>
              <a:rPr lang="pt-BR" sz="1100" dirty="0">
                <a:solidFill>
                  <a:srgbClr val="FF6E40"/>
                </a:solidFill>
                <a:latin typeface="Consolas"/>
              </a:rPr>
              <a:t>4095.0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* FATOR_TRAFO;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7C4DFF"/>
                </a:solidFill>
                <a:latin typeface="Consolas"/>
              </a:rPr>
              <a:t>  return</a:t>
            </a:r>
            <a:r>
              <a:rPr lang="pt-BR" sz="1100" dirty="0">
                <a:solidFill>
                  <a:srgbClr val="E8ECF1"/>
                </a:solidFill>
                <a:latin typeface="Consolas"/>
              </a:rPr>
              <a:t> Vrms;</a:t>
            </a:r>
            <a:r>
              <a:rPr lang="pt-BR" sz="1100" dirty="0">
                <a:solidFill>
                  <a:srgbClr val="546E7A"/>
                </a:solidFill>
                <a:latin typeface="Consolas"/>
              </a:rPr>
              <a:t>  // tensão AC real em Volts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100" dirty="0">
                <a:solidFill>
                  <a:srgbClr val="E8ECF1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4606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A9AFF-1BED-960A-1018-179647BE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Caso Real: Medição de Corrente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3505200" cy="2286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5FF"/>
                </a:solidFill>
              </a:rPr>
              <a:t>ACS712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Sensibilidade: </a:t>
            </a:r>
            <a:r>
              <a:rPr lang="pt-BR" sz="1400" b="1" dirty="0">
                <a:solidFill>
                  <a:srgbClr val="E8ECF1"/>
                </a:solidFill>
              </a:rPr>
              <a:t>66-185 mV/A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Range: </a:t>
            </a:r>
            <a:r>
              <a:rPr lang="pt-BR" sz="1400" b="1" dirty="0">
                <a:solidFill>
                  <a:srgbClr val="E8ECF1"/>
                </a:solidFill>
              </a:rPr>
              <a:t>±30A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Ref: </a:t>
            </a:r>
            <a:r>
              <a:rPr lang="pt-BR" sz="1400" b="1" dirty="0">
                <a:solidFill>
                  <a:srgbClr val="E8ECF1"/>
                </a:solidFill>
              </a:rPr>
              <a:t>VCC/2</a:t>
            </a:r>
          </a:p>
        </p:txBody>
      </p:sp>
      <p:sp>
        <p:nvSpPr>
          <p:cNvPr id="11" name="S11"/>
          <p:cNvSpPr/>
          <p:nvPr/>
        </p:nvSpPr>
        <p:spPr>
          <a:xfrm>
            <a:off x="4267200" y="1371600"/>
            <a:ext cx="3505200" cy="2286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7C4DFF"/>
                </a:solidFill>
              </a:rPr>
              <a:t>SCT-013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Sensibilidade: </a:t>
            </a:r>
            <a:r>
              <a:rPr lang="pt-BR" sz="1400" b="1" dirty="0">
                <a:solidFill>
                  <a:srgbClr val="E8ECF1"/>
                </a:solidFill>
              </a:rPr>
              <a:t>50mA/A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Range: </a:t>
            </a:r>
            <a:r>
              <a:rPr lang="pt-BR" sz="1400" b="1" dirty="0">
                <a:solidFill>
                  <a:srgbClr val="E8ECF1"/>
                </a:solidFill>
              </a:rPr>
              <a:t>0-100A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Ref: </a:t>
            </a:r>
            <a:r>
              <a:rPr lang="pt-BR" sz="1400" b="1" dirty="0">
                <a:solidFill>
                  <a:srgbClr val="E8ECF1"/>
                </a:solidFill>
              </a:rPr>
              <a:t>Burden R</a:t>
            </a:r>
          </a:p>
        </p:txBody>
      </p:sp>
      <p:sp>
        <p:nvSpPr>
          <p:cNvPr id="12" name="S12"/>
          <p:cNvSpPr/>
          <p:nvPr/>
        </p:nvSpPr>
        <p:spPr>
          <a:xfrm>
            <a:off x="8077200" y="1371600"/>
            <a:ext cx="3505200" cy="2286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2000" b="1" dirty="0">
                <a:solidFill>
                  <a:srgbClr val="00E676"/>
                </a:solidFill>
              </a:rPr>
              <a:t>INA219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Sensibilidade: </a:t>
            </a:r>
            <a:r>
              <a:rPr lang="pt-BR" sz="1400" b="1" dirty="0">
                <a:solidFill>
                  <a:srgbClr val="E8ECF1"/>
                </a:solidFill>
              </a:rPr>
              <a:t>Digital I2C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Range: </a:t>
            </a:r>
            <a:r>
              <a:rPr lang="pt-BR" sz="1400" b="1" dirty="0">
                <a:solidFill>
                  <a:srgbClr val="E8ECF1"/>
                </a:solidFill>
              </a:rPr>
              <a:t>0-3.2A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Ref: </a:t>
            </a:r>
            <a:r>
              <a:rPr lang="pt-BR" sz="1400" b="1" dirty="0">
                <a:solidFill>
                  <a:srgbClr val="E8ECF1"/>
                </a:solidFill>
              </a:rPr>
              <a:t>N/A</a:t>
            </a:r>
          </a:p>
        </p:txBody>
      </p:sp>
      <p:sp>
        <p:nvSpPr>
          <p:cNvPr id="20" name="S20"/>
          <p:cNvSpPr/>
          <p:nvPr/>
        </p:nvSpPr>
        <p:spPr>
          <a:xfrm>
            <a:off x="457200" y="3886200"/>
            <a:ext cx="11277600" cy="11430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600" b="1" dirty="0">
                <a:solidFill>
                  <a:srgbClr val="FF6E40"/>
                </a:solidFill>
              </a:rPr>
              <a:t>Fórmula de Conversão (ACS712)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2000" b="1" dirty="0">
                <a:solidFill>
                  <a:srgbClr val="FFFFFF"/>
                </a:solidFill>
              </a:rPr>
              <a:t>I</a:t>
            </a:r>
            <a:r>
              <a:rPr lang="pt-BR" sz="1400" b="1" baseline="-25000" dirty="0">
                <a:solidFill>
                  <a:srgbClr val="FFFFFF"/>
                </a:solidFill>
              </a:rPr>
              <a:t>rms</a:t>
            </a:r>
            <a:r>
              <a:rPr lang="pt-BR" sz="2000" b="1" dirty="0">
                <a:solidFill>
                  <a:srgbClr val="FFFFFF"/>
                </a:solidFill>
              </a:rPr>
              <a:t> = Vrms_adc / Sensibilidade   |   Vrms_adc = RMS(V</a:t>
            </a:r>
            <a:r>
              <a:rPr lang="pt-BR" sz="1400" b="1" baseline="-25000" dirty="0">
                <a:solidFill>
                  <a:srgbClr val="FFFFFF"/>
                </a:solidFill>
              </a:rPr>
              <a:t>adc</a:t>
            </a:r>
            <a:r>
              <a:rPr lang="pt-BR" sz="2000" b="1" dirty="0">
                <a:solidFill>
                  <a:srgbClr val="FFFFFF"/>
                </a:solidFill>
              </a:rPr>
              <a:t> - V</a:t>
            </a:r>
            <a:r>
              <a:rPr lang="pt-BR" sz="1400" b="1" baseline="-25000" dirty="0">
                <a:solidFill>
                  <a:srgbClr val="FFFFFF"/>
                </a:solidFill>
              </a:rPr>
              <a:t>ref</a:t>
            </a:r>
            <a:r>
              <a:rPr lang="pt-BR" sz="2000" b="1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30" name="S30"/>
          <p:cNvSpPr/>
          <p:nvPr/>
        </p:nvSpPr>
        <p:spPr>
          <a:xfrm>
            <a:off x="457200" y="5257800"/>
            <a:ext cx="11277600" cy="9144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448AFF">
                <a:alpha val="2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448AFF"/>
                </a:solidFill>
              </a:rPr>
              <a:t>⚠ Calibração é essencial!</a:t>
            </a:r>
            <a:r>
              <a:rPr lang="pt-BR" sz="1400" dirty="0">
                <a:solidFill>
                  <a:srgbClr val="B0BEC5"/>
                </a:solidFill>
              </a:rPr>
              <a:t>  Compare com multímetro true-RMS e ajuste FATOR_CALIBRACAO</a:t>
            </a:r>
          </a:p>
        </p:txBody>
      </p:sp>
    </p:spTree>
    <p:extLst>
      <p:ext uri="{BB962C8B-B14F-4D97-AF65-F5344CB8AC3E}">
        <p14:creationId xmlns:p14="http://schemas.microsoft.com/office/powerpoint/2010/main" val="4208833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44669-F68F-6A12-D55C-26EC8415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Caso Real: Monitoramento de Potência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11277600" cy="1371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600" dirty="0">
                <a:solidFill>
                  <a:srgbClr val="B0BEC5"/>
                </a:solidFill>
              </a:rPr>
              <a:t>Potência Aparente:  </a:t>
            </a:r>
            <a:r>
              <a:rPr lang="pt-BR" sz="2400" b="1" dirty="0">
                <a:solidFill>
                  <a:srgbClr val="FFFFFF"/>
                </a:solidFill>
              </a:rPr>
              <a:t>S = V</a:t>
            </a:r>
            <a:r>
              <a:rPr lang="pt-BR" sz="1600" b="1" baseline="-25000" dirty="0">
                <a:solidFill>
                  <a:srgbClr val="FFFFFF"/>
                </a:solidFill>
              </a:rPr>
              <a:t>rms</a:t>
            </a:r>
            <a:r>
              <a:rPr lang="pt-BR" sz="2400" b="1" dirty="0">
                <a:solidFill>
                  <a:srgbClr val="FFFFFF"/>
                </a:solidFill>
              </a:rPr>
              <a:t> × I</a:t>
            </a:r>
            <a:r>
              <a:rPr lang="pt-BR" sz="1600" b="1" baseline="-25000" dirty="0">
                <a:solidFill>
                  <a:srgbClr val="FFFFFF"/>
                </a:solidFill>
              </a:rPr>
              <a:t>rms</a:t>
            </a:r>
            <a:r>
              <a:rPr lang="pt-BR" sz="1600" dirty="0">
                <a:solidFill>
                  <a:srgbClr val="B0BEC5"/>
                </a:solidFill>
              </a:rPr>
              <a:t>          Potência Ativa:  </a:t>
            </a:r>
            <a:r>
              <a:rPr lang="pt-BR" sz="2400" b="1" dirty="0">
                <a:solidFill>
                  <a:srgbClr val="00E676"/>
                </a:solidFill>
              </a:rPr>
              <a:t>P = (1/N) ∑ v[n]×i[n]</a:t>
            </a:r>
          </a:p>
          <a:p>
            <a:pPr algn="ctr">
              <a:spcBef>
                <a:spcPts val="2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Fator de Potência: FP = P / S    |    Potência Reativa: Q = √(S² - P²)</a:t>
            </a:r>
          </a:p>
        </p:txBody>
      </p:sp>
      <p:sp>
        <p:nvSpPr>
          <p:cNvPr id="20" name="S20"/>
          <p:cNvSpPr/>
          <p:nvPr/>
        </p:nvSpPr>
        <p:spPr>
          <a:xfrm>
            <a:off x="457200" y="297180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4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Sensor V
(trafo)</a:t>
            </a:r>
          </a:p>
        </p:txBody>
      </p:sp>
      <p:sp>
        <p:nvSpPr>
          <p:cNvPr id="40" name="Arr0"/>
          <p:cNvSpPr/>
          <p:nvPr/>
        </p:nvSpPr>
        <p:spPr>
          <a:xfrm>
            <a:off x="2514600" y="3200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S21"/>
          <p:cNvSpPr/>
          <p:nvPr/>
        </p:nvSpPr>
        <p:spPr>
          <a:xfrm>
            <a:off x="2743200" y="297180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Sensor I
(ACS712)</a:t>
            </a:r>
          </a:p>
        </p:txBody>
      </p:sp>
      <p:sp>
        <p:nvSpPr>
          <p:cNvPr id="41" name="Arr1"/>
          <p:cNvSpPr/>
          <p:nvPr/>
        </p:nvSpPr>
        <p:spPr>
          <a:xfrm>
            <a:off x="4800600" y="3200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S22"/>
          <p:cNvSpPr/>
          <p:nvPr/>
        </p:nvSpPr>
        <p:spPr>
          <a:xfrm>
            <a:off x="5029200" y="297180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4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ESP32
ADC dual</a:t>
            </a:r>
          </a:p>
        </p:txBody>
      </p:sp>
      <p:sp>
        <p:nvSpPr>
          <p:cNvPr id="42" name="Arr2"/>
          <p:cNvSpPr/>
          <p:nvPr/>
        </p:nvSpPr>
        <p:spPr>
          <a:xfrm>
            <a:off x="7086600" y="3200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S23"/>
          <p:cNvSpPr/>
          <p:nvPr/>
        </p:nvSpPr>
        <p:spPr>
          <a:xfrm>
            <a:off x="7315200" y="297180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Cálculo
RMS + P</a:t>
            </a:r>
          </a:p>
        </p:txBody>
      </p:sp>
      <p:sp>
        <p:nvSpPr>
          <p:cNvPr id="43" name="Arr3"/>
          <p:cNvSpPr/>
          <p:nvPr/>
        </p:nvSpPr>
        <p:spPr>
          <a:xfrm>
            <a:off x="9372600" y="3200400"/>
            <a:ext cx="228600" cy="228600"/>
          </a:xfrm>
          <a:prstGeom prst="rightArrow">
            <a:avLst/>
          </a:prstGeom>
          <a:solidFill>
            <a:srgbClr val="455A6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S24"/>
          <p:cNvSpPr/>
          <p:nvPr/>
        </p:nvSpPr>
        <p:spPr>
          <a:xfrm>
            <a:off x="9601200" y="297180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448AFF">
                <a:alpha val="40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Wi-Fi
MQTT</a:t>
            </a:r>
          </a:p>
        </p:txBody>
      </p:sp>
      <p:sp>
        <p:nvSpPr>
          <p:cNvPr id="50" name="S50"/>
          <p:cNvSpPr/>
          <p:nvPr/>
        </p:nvSpPr>
        <p:spPr>
          <a:xfrm>
            <a:off x="457200" y="4343400"/>
            <a:ext cx="3505200" cy="20574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00E5FF">
                <a:alpha val="2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5FF"/>
                </a:solidFill>
              </a:rPr>
              <a:t>Smart Meter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Medidor de energia
residencial IoT</a:t>
            </a:r>
          </a:p>
        </p:txBody>
      </p:sp>
      <p:sp>
        <p:nvSpPr>
          <p:cNvPr id="51" name="S51"/>
          <p:cNvSpPr/>
          <p:nvPr/>
        </p:nvSpPr>
        <p:spPr>
          <a:xfrm>
            <a:off x="4267200" y="4343400"/>
            <a:ext cx="3505200" cy="20574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FF6E40">
                <a:alpha val="2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FF6E40"/>
                </a:solidFill>
              </a:rPr>
              <a:t>Industrial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Monitoramento de
máquinas e motores</a:t>
            </a:r>
          </a:p>
        </p:txBody>
      </p:sp>
      <p:sp>
        <p:nvSpPr>
          <p:cNvPr id="52" name="S52"/>
          <p:cNvSpPr/>
          <p:nvPr/>
        </p:nvSpPr>
        <p:spPr>
          <a:xfrm>
            <a:off x="8077200" y="4343400"/>
            <a:ext cx="3505200" cy="2057400"/>
          </a:xfrm>
          <a:prstGeom prst="roundRect">
            <a:avLst>
              <a:gd name="adj" fmla="val 4000"/>
            </a:avLst>
          </a:prstGeom>
          <a:solidFill>
            <a:srgbClr val="131F2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ctr">
              <a:buNone/>
            </a:pPr>
            <a:r>
              <a:rPr lang="pt-BR" sz="1800" b="1" dirty="0">
                <a:solidFill>
                  <a:srgbClr val="00E676"/>
                </a:solidFill>
              </a:rPr>
              <a:t>Solar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Inversor fotovoltaico
eficiência e produção</a:t>
            </a:r>
          </a:p>
        </p:txBody>
      </p:sp>
    </p:spTree>
    <p:extLst>
      <p:ext uri="{BB962C8B-B14F-4D97-AF65-F5344CB8AC3E}">
        <p14:creationId xmlns:p14="http://schemas.microsoft.com/office/powerpoint/2010/main" val="3220926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160CB-28DE-DA9C-EA25-EE028304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F4081"/>
                </a:solidFill>
              </a:rPr>
              <a:t>Problemas e Limitações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55626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6E40"/>
                </a:solidFill>
              </a:rPr>
              <a:t>⚠ Ruído do ADC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ADC da ESP32 tem ruído de ±20 LSB.
Afeta precisão em sinais pequenos.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✅ Solução: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Oversampling + média móvel
ADC externo (ADS1115) para alta precisão</a:t>
            </a:r>
          </a:p>
        </p:txBody>
      </p:sp>
      <p:sp>
        <p:nvSpPr>
          <p:cNvPr id="11" name="S11"/>
          <p:cNvSpPr/>
          <p:nvPr/>
        </p:nvSpPr>
        <p:spPr>
          <a:xfrm>
            <a:off x="6248400" y="1371600"/>
            <a:ext cx="55626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4081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FF4081"/>
                </a:solidFill>
              </a:rPr>
              <a:t>⚠ Amostragem Insuficiente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Poucos pontos por ciclo causam
alias e erro no cálculo RMS.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✅ Solução: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fs ≥ 10× freq. do sinal
Para 60Hz: min 600 SPS (ideal 3kHz+)</a:t>
            </a:r>
          </a:p>
        </p:txBody>
      </p:sp>
      <p:sp>
        <p:nvSpPr>
          <p:cNvPr id="12" name="S12"/>
          <p:cNvSpPr/>
          <p:nvPr/>
        </p:nvSpPr>
        <p:spPr>
          <a:xfrm>
            <a:off x="457200" y="4114800"/>
            <a:ext cx="55626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7C4DFF"/>
                </a:solidFill>
              </a:rPr>
              <a:t>⚠ Overflow em Cálculos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4095² × 1024 = 17.1 bilhões
Estoura uint32_t (max 4.29 bi)!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✅ Solução: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Usar uint64_t para acumulador
Ou fixed-point com shifts</a:t>
            </a:r>
          </a:p>
        </p:txBody>
      </p:sp>
      <p:sp>
        <p:nvSpPr>
          <p:cNvPr id="13" name="S13"/>
          <p:cNvSpPr/>
          <p:nvPr/>
        </p:nvSpPr>
        <p:spPr>
          <a:xfrm>
            <a:off x="6248400" y="4114800"/>
            <a:ext cx="55626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448A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1800" b="1" dirty="0">
                <a:solidFill>
                  <a:srgbClr val="448AFF"/>
                </a:solidFill>
              </a:rPr>
              <a:t>⚠ Precisão Numérica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float tem apenas 23 bits mantissa.
Erro acumula em somas longas.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b="1" dirty="0">
                <a:solidFill>
                  <a:srgbClr val="00E676"/>
                </a:solidFill>
              </a:rPr>
              <a:t>✅ Solução:</a:t>
            </a:r>
          </a:p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Acumular em inteiro, converter
apenas no resultado final</a:t>
            </a:r>
          </a:p>
        </p:txBody>
      </p:sp>
    </p:spTree>
    <p:extLst>
      <p:ext uri="{BB962C8B-B14F-4D97-AF65-F5344CB8AC3E}">
        <p14:creationId xmlns:p14="http://schemas.microsoft.com/office/powerpoint/2010/main" val="596803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A5939-36C4-791F-FCF3-69532877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00E5FF"/>
                </a:solidFill>
              </a:rPr>
              <a:t>Resumo </a:t>
            </a:r>
            <a:r>
              <a:rPr lang="pt-BR" sz="2800" b="1" dirty="0">
                <a:solidFill>
                  <a:srgbClr val="7C4DFF"/>
                </a:solidFill>
              </a:rPr>
              <a:t>&amp;</a:t>
            </a:r>
            <a:r>
              <a:rPr lang="pt-BR" sz="2800" b="1" dirty="0">
                <a:solidFill>
                  <a:srgbClr val="00E676"/>
                </a:solidFill>
              </a:rPr>
              <a:t> Conclusão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5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00E5FF"/>
                </a:solidFill>
              </a:rPr>
              <a:t>01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RMS = potência equivalente DC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Fundamental para medições
elétricas reais</a:t>
            </a:r>
          </a:p>
        </p:txBody>
      </p:sp>
      <p:sp>
        <p:nvSpPr>
          <p:cNvPr id="11" name="S11"/>
          <p:cNvSpPr/>
          <p:nvPr/>
        </p:nvSpPr>
        <p:spPr>
          <a:xfrm>
            <a:off x="4267200" y="13716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7C4D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7C4DFF"/>
                </a:solidFill>
              </a:rPr>
              <a:t>02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Discreto: √(1/N × ∑x²)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Versão implementada
no microcontrolador</a:t>
            </a:r>
          </a:p>
        </p:txBody>
      </p:sp>
      <p:sp>
        <p:nvSpPr>
          <p:cNvPr id="12" name="S12"/>
          <p:cNvSpPr/>
          <p:nvPr/>
        </p:nvSpPr>
        <p:spPr>
          <a:xfrm>
            <a:off x="8077200" y="13716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6E40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FF6E40"/>
                </a:solidFill>
              </a:rPr>
              <a:t>03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Remover offset DC é crítico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Bias do ADC polui
o cálculo RMS</a:t>
            </a:r>
          </a:p>
        </p:txBody>
      </p:sp>
      <p:sp>
        <p:nvSpPr>
          <p:cNvPr id="13" name="S13"/>
          <p:cNvSpPr/>
          <p:nvPr/>
        </p:nvSpPr>
        <p:spPr>
          <a:xfrm>
            <a:off x="457200" y="41148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00E676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00E676"/>
                </a:solidFill>
              </a:rPr>
              <a:t>04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Otimizar: inteiro + incremental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Fixed-point e buffer circular
para tempo real</a:t>
            </a:r>
          </a:p>
        </p:txBody>
      </p:sp>
      <p:sp>
        <p:nvSpPr>
          <p:cNvPr id="14" name="S14"/>
          <p:cNvSpPr/>
          <p:nvPr/>
        </p:nvSpPr>
        <p:spPr>
          <a:xfrm>
            <a:off x="4267200" y="41148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448AFF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448AFF"/>
                </a:solidFill>
              </a:rPr>
              <a:t>05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Calibrar com referência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Multímetro true-RMS
para ajuste fino</a:t>
            </a:r>
          </a:p>
        </p:txBody>
      </p:sp>
      <p:sp>
        <p:nvSpPr>
          <p:cNvPr id="15" name="S15"/>
          <p:cNvSpPr/>
          <p:nvPr/>
        </p:nvSpPr>
        <p:spPr>
          <a:xfrm>
            <a:off x="8077200" y="4114800"/>
            <a:ext cx="3581400" cy="2514600"/>
          </a:xfrm>
          <a:prstGeom prst="roundRect">
            <a:avLst>
              <a:gd name="adj" fmla="val 4000"/>
            </a:avLst>
          </a:prstGeom>
          <a:solidFill>
            <a:srgbClr val="1A2736"/>
          </a:solidFill>
          <a:ln w="12700">
            <a:solidFill>
              <a:srgbClr val="FF4081">
                <a:alpha val="35000"/>
              </a:srgbClr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FF4081"/>
                </a:solidFill>
              </a:rPr>
              <a:t>06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E8ECF1"/>
                </a:solidFill>
              </a:rPr>
              <a:t>Trade-off: N vs velocidade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400" dirty="0">
                <a:solidFill>
                  <a:srgbClr val="B0BEC5"/>
                </a:solidFill>
              </a:rPr>
              <a:t>Mais amostras = preciso
mas mais lento</a:t>
            </a:r>
          </a:p>
        </p:txBody>
      </p:sp>
    </p:spTree>
    <p:extLst>
      <p:ext uri="{BB962C8B-B14F-4D97-AF65-F5344CB8AC3E}">
        <p14:creationId xmlns:p14="http://schemas.microsoft.com/office/powerpoint/2010/main" val="2577701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479137124]">
  <a:themeElements>
    <a:clrScheme name="ESP32 Dark Tech">
      <a:dk1>
        <a:srgbClr val="E8ECF1"/>
      </a:dk1>
      <a:lt1>
        <a:srgbClr val="0F1923"/>
      </a:lt1>
      <a:dk2>
        <a:srgbClr val="B0BEC5"/>
      </a:dk2>
      <a:lt2>
        <a:srgbClr val="1A2736"/>
      </a:lt2>
      <a:accent1>
        <a:srgbClr val="00E5FF"/>
      </a:accent1>
      <a:accent2>
        <a:srgbClr val="7C4DFF"/>
      </a:accent2>
      <a:accent3>
        <a:srgbClr val="00E676"/>
      </a:accent3>
      <a:accent4>
        <a:srgbClr val="FF6E40"/>
      </a:accent4>
      <a:accent5>
        <a:srgbClr val="448AFF"/>
      </a:accent5>
      <a:accent6>
        <a:srgbClr val="FF4081"/>
      </a:accent6>
      <a:hlink>
        <a:srgbClr val="467886"/>
      </a:hlink>
      <a:folHlink>
        <a:srgbClr val="96607D"/>
      </a:folHlink>
    </a:clrScheme>
    <a:fontScheme name="ESP32 Tech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8107453-1F02-48DB-88B7-B57514D7B56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a445252-f209-4eb6-b079-61e6c763ae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2727</Words>
  <Application>Microsoft Office PowerPoint</Application>
  <PresentationFormat>Widescreen</PresentationFormat>
  <Paragraphs>379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Consolas</vt:lpstr>
      <vt:lpstr>Segoe UI</vt:lpstr>
      <vt:lpstr>Tema do Office [1775479137124]</vt:lpstr>
      <vt:lpstr>Cálculo RMS na ESP32</vt:lpstr>
      <vt:lpstr>Agenda</vt:lpstr>
      <vt:lpstr>O que é Valor RMS?</vt:lpstr>
      <vt:lpstr>Valor Médio vs Pico vs RMS</vt:lpstr>
      <vt:lpstr>Importância do RMS em Sinais Elétricos</vt:lpstr>
      <vt:lpstr>Definição Matemática do RMS</vt:lpstr>
      <vt:lpstr>Tipos de Sinais e Impacto no RMS</vt:lpstr>
      <vt:lpstr>Aquisição de Sinal na ESP32</vt:lpstr>
      <vt:lpstr>Fluxo Completo do Cálculo RMS</vt:lpstr>
      <vt:lpstr>Implementação &amp; Código</vt:lpstr>
      <vt:lpstr>Implementação Básica — Algoritmo Direto</vt:lpstr>
      <vt:lpstr>Problemas da Abordagem Simples</vt:lpstr>
      <vt:lpstr>Otimização 1: Aritmética Inteira (Fixed-Point)</vt:lpstr>
      <vt:lpstr>Otimização 2: Buffer Circular + RMS Incremental</vt:lpstr>
      <vt:lpstr>Código: RMS com Buffer Circular + Incremental</vt:lpstr>
      <vt:lpstr>Otimização 3: DMA (Direct Memory Access)</vt:lpstr>
      <vt:lpstr>Estratégias Avançadas de Pré-Processamento</vt:lpstr>
      <vt:lpstr>Código: RMS com Filtro + Remoção DC</vt:lpstr>
      <vt:lpstr>Precisão vs Desempenho: Trade-offs</vt:lpstr>
      <vt:lpstr>Arquitetura: Fluxo Completo na ESP32</vt:lpstr>
      <vt:lpstr>Casos Reais &amp; Limitações</vt:lpstr>
      <vt:lpstr>Caso Real: Medição de Tensão AC</vt:lpstr>
      <vt:lpstr>Caso Real: Medição de Corrente</vt:lpstr>
      <vt:lpstr>Caso Real: Monitoramento de Potência</vt:lpstr>
      <vt:lpstr>Problemas e Limitações</vt:lpstr>
      <vt:lpstr>Resumo &amp; 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Morais</cp:lastModifiedBy>
  <cp:revision>1</cp:revision>
  <dcterms:created xsi:type="dcterms:W3CDTF">2026-04-06T12:36:42Z</dcterms:created>
  <dcterms:modified xsi:type="dcterms:W3CDTF">2026-04-06T21:55:42Z</dcterms:modified>
</cp:coreProperties>
</file>